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48423-6D9E-41DF-A3EA-A3753C5C75A1}" v="156" dt="2026-09-24T07:04:25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7" d="100"/>
          <a:sy n="97" d="100"/>
        </p:scale>
        <p:origin x="674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Nikhil Sai Ram Reddy" userId="6f1b090129f68b2d" providerId="LiveId" clId="{8DB8F090-FF19-4C14-8851-E746AC93A6AD}"/>
    <pc:docChg chg="undo custSel addSld modSld">
      <pc:chgData name="A Nikhil Sai Ram Reddy" userId="6f1b090129f68b2d" providerId="LiveId" clId="{8DB8F090-FF19-4C14-8851-E746AC93A6AD}" dt="2026-09-24T07:04:32.632" v="3875" actId="5793"/>
      <pc:docMkLst>
        <pc:docMk/>
      </pc:docMkLst>
      <pc:sldChg chg="modSp mod">
        <pc:chgData name="A Nikhil Sai Ram Reddy" userId="6f1b090129f68b2d" providerId="LiveId" clId="{8DB8F090-FF19-4C14-8851-E746AC93A6AD}" dt="2026-09-24T04:52:49.551" v="125" actId="20577"/>
        <pc:sldMkLst>
          <pc:docMk/>
          <pc:sldMk cId="368756453" sldId="272"/>
        </pc:sldMkLst>
        <pc:spChg chg="mod">
          <ac:chgData name="A Nikhil Sai Ram Reddy" userId="6f1b090129f68b2d" providerId="LiveId" clId="{8DB8F090-FF19-4C14-8851-E746AC93A6AD}" dt="2026-09-24T04:52:49.551" v="125" actId="20577"/>
          <ac:spMkLst>
            <pc:docMk/>
            <pc:sldMk cId="368756453" sldId="272"/>
            <ac:spMk id="3" creationId="{1CC2B7E0-ADD8-02E7-D946-262B50E075B9}"/>
          </ac:spMkLst>
        </pc:spChg>
      </pc:sldChg>
      <pc:sldChg chg="modSp new mod">
        <pc:chgData name="A Nikhil Sai Ram Reddy" userId="6f1b090129f68b2d" providerId="LiveId" clId="{8DB8F090-FF19-4C14-8851-E746AC93A6AD}" dt="2026-09-24T05:05:20.969" v="450" actId="5793"/>
        <pc:sldMkLst>
          <pc:docMk/>
          <pc:sldMk cId="1372152091" sldId="273"/>
        </pc:sldMkLst>
        <pc:spChg chg="mod">
          <ac:chgData name="A Nikhil Sai Ram Reddy" userId="6f1b090129f68b2d" providerId="LiveId" clId="{8DB8F090-FF19-4C14-8851-E746AC93A6AD}" dt="2026-09-24T04:53:23.030" v="147" actId="20577"/>
          <ac:spMkLst>
            <pc:docMk/>
            <pc:sldMk cId="1372152091" sldId="273"/>
            <ac:spMk id="2" creationId="{F79F13AA-B1F1-8448-751B-005E894C5A58}"/>
          </ac:spMkLst>
        </pc:spChg>
        <pc:spChg chg="mod">
          <ac:chgData name="A Nikhil Sai Ram Reddy" userId="6f1b090129f68b2d" providerId="LiveId" clId="{8DB8F090-FF19-4C14-8851-E746AC93A6AD}" dt="2026-09-24T05:05:20.969" v="450" actId="5793"/>
          <ac:spMkLst>
            <pc:docMk/>
            <pc:sldMk cId="1372152091" sldId="273"/>
            <ac:spMk id="3" creationId="{34374B86-9FE7-7737-6564-5BF11466E86C}"/>
          </ac:spMkLst>
        </pc:spChg>
      </pc:sldChg>
      <pc:sldChg chg="modSp new mod">
        <pc:chgData name="A Nikhil Sai Ram Reddy" userId="6f1b090129f68b2d" providerId="LiveId" clId="{8DB8F090-FF19-4C14-8851-E746AC93A6AD}" dt="2026-09-24T05:18:15.981" v="724" actId="255"/>
        <pc:sldMkLst>
          <pc:docMk/>
          <pc:sldMk cId="3290117183" sldId="274"/>
        </pc:sldMkLst>
        <pc:spChg chg="mod">
          <ac:chgData name="A Nikhil Sai Ram Reddy" userId="6f1b090129f68b2d" providerId="LiveId" clId="{8DB8F090-FF19-4C14-8851-E746AC93A6AD}" dt="2026-09-24T05:05:42.921" v="455" actId="20577"/>
          <ac:spMkLst>
            <pc:docMk/>
            <pc:sldMk cId="3290117183" sldId="274"/>
            <ac:spMk id="2" creationId="{760640D1-EAD5-E2A2-F858-10EC484C08F2}"/>
          </ac:spMkLst>
        </pc:spChg>
        <pc:spChg chg="mod">
          <ac:chgData name="A Nikhil Sai Ram Reddy" userId="6f1b090129f68b2d" providerId="LiveId" clId="{8DB8F090-FF19-4C14-8851-E746AC93A6AD}" dt="2026-09-24T05:17:36.929" v="717" actId="20577"/>
          <ac:spMkLst>
            <pc:docMk/>
            <pc:sldMk cId="3290117183" sldId="274"/>
            <ac:spMk id="3" creationId="{D791C006-84A9-008D-2549-A2E78CF9B0B2}"/>
          </ac:spMkLst>
        </pc:spChg>
        <pc:spChg chg="mod">
          <ac:chgData name="A Nikhil Sai Ram Reddy" userId="6f1b090129f68b2d" providerId="LiveId" clId="{8DB8F090-FF19-4C14-8851-E746AC93A6AD}" dt="2026-09-24T05:18:15.981" v="724" actId="255"/>
          <ac:spMkLst>
            <pc:docMk/>
            <pc:sldMk cId="3290117183" sldId="274"/>
            <ac:spMk id="4" creationId="{9DE311F3-A5E3-CAC9-C49E-0D72D61F7C31}"/>
          </ac:spMkLst>
        </pc:spChg>
      </pc:sldChg>
      <pc:sldChg chg="delSp modSp new mod">
        <pc:chgData name="A Nikhil Sai Ram Reddy" userId="6f1b090129f68b2d" providerId="LiveId" clId="{8DB8F090-FF19-4C14-8851-E746AC93A6AD}" dt="2026-09-24T05:19:00.291" v="757" actId="27636"/>
        <pc:sldMkLst>
          <pc:docMk/>
          <pc:sldMk cId="983885745" sldId="275"/>
        </pc:sldMkLst>
        <pc:spChg chg="del">
          <ac:chgData name="A Nikhil Sai Ram Reddy" userId="6f1b090129f68b2d" providerId="LiveId" clId="{8DB8F090-FF19-4C14-8851-E746AC93A6AD}" dt="2026-09-24T05:18:34.212" v="726" actId="478"/>
          <ac:spMkLst>
            <pc:docMk/>
            <pc:sldMk cId="983885745" sldId="275"/>
            <ac:spMk id="2" creationId="{872F38E3-00E2-1D1D-2475-ACE96B673358}"/>
          </ac:spMkLst>
        </pc:spChg>
        <pc:spChg chg="mod">
          <ac:chgData name="A Nikhil Sai Ram Reddy" userId="6f1b090129f68b2d" providerId="LiveId" clId="{8DB8F090-FF19-4C14-8851-E746AC93A6AD}" dt="2026-09-24T05:19:00.291" v="757" actId="27636"/>
          <ac:spMkLst>
            <pc:docMk/>
            <pc:sldMk cId="983885745" sldId="275"/>
            <ac:spMk id="3" creationId="{C0665CBC-B5C5-F7FD-0DEA-9DB828D47A39}"/>
          </ac:spMkLst>
        </pc:spChg>
      </pc:sldChg>
      <pc:sldChg chg="modSp new mod">
        <pc:chgData name="A Nikhil Sai Ram Reddy" userId="6f1b090129f68b2d" providerId="LiveId" clId="{8DB8F090-FF19-4C14-8851-E746AC93A6AD}" dt="2026-09-24T05:25:59.657" v="935" actId="20577"/>
        <pc:sldMkLst>
          <pc:docMk/>
          <pc:sldMk cId="2960509265" sldId="276"/>
        </pc:sldMkLst>
        <pc:spChg chg="mod">
          <ac:chgData name="A Nikhil Sai Ram Reddy" userId="6f1b090129f68b2d" providerId="LiveId" clId="{8DB8F090-FF19-4C14-8851-E746AC93A6AD}" dt="2026-09-24T05:20:13.881" v="796" actId="20577"/>
          <ac:spMkLst>
            <pc:docMk/>
            <pc:sldMk cId="2960509265" sldId="276"/>
            <ac:spMk id="2" creationId="{01110AB1-37E0-E4B8-0546-8E2E115CBD40}"/>
          </ac:spMkLst>
        </pc:spChg>
        <pc:spChg chg="mod">
          <ac:chgData name="A Nikhil Sai Ram Reddy" userId="6f1b090129f68b2d" providerId="LiveId" clId="{8DB8F090-FF19-4C14-8851-E746AC93A6AD}" dt="2026-09-24T05:25:59.657" v="935" actId="20577"/>
          <ac:spMkLst>
            <pc:docMk/>
            <pc:sldMk cId="2960509265" sldId="276"/>
            <ac:spMk id="3" creationId="{0B8CFD85-874E-66A2-A020-DF7C92260E8C}"/>
          </ac:spMkLst>
        </pc:spChg>
      </pc:sldChg>
      <pc:sldChg chg="addSp delSp modSp new mod">
        <pc:chgData name="A Nikhil Sai Ram Reddy" userId="6f1b090129f68b2d" providerId="LiveId" clId="{8DB8F090-FF19-4C14-8851-E746AC93A6AD}" dt="2026-09-24T05:49:24.510" v="1151" actId="27636"/>
        <pc:sldMkLst>
          <pc:docMk/>
          <pc:sldMk cId="461551618" sldId="277"/>
        </pc:sldMkLst>
        <pc:spChg chg="del">
          <ac:chgData name="A Nikhil Sai Ram Reddy" userId="6f1b090129f68b2d" providerId="LiveId" clId="{8DB8F090-FF19-4C14-8851-E746AC93A6AD}" dt="2026-09-24T05:32:27.797" v="937" actId="478"/>
          <ac:spMkLst>
            <pc:docMk/>
            <pc:sldMk cId="461551618" sldId="277"/>
            <ac:spMk id="2" creationId="{AE6F265B-592B-99E5-DB6D-DDC3BA8C02BA}"/>
          </ac:spMkLst>
        </pc:spChg>
        <pc:spChg chg="mod">
          <ac:chgData name="A Nikhil Sai Ram Reddy" userId="6f1b090129f68b2d" providerId="LiveId" clId="{8DB8F090-FF19-4C14-8851-E746AC93A6AD}" dt="2026-09-24T05:49:24.510" v="1151" actId="27636"/>
          <ac:spMkLst>
            <pc:docMk/>
            <pc:sldMk cId="461551618" sldId="277"/>
            <ac:spMk id="3" creationId="{EB81FEDD-F316-1291-CE82-B7570E250E7F}"/>
          </ac:spMkLst>
        </pc:spChg>
        <pc:spChg chg="add del mod">
          <ac:chgData name="A Nikhil Sai Ram Reddy" userId="6f1b090129f68b2d" providerId="LiveId" clId="{8DB8F090-FF19-4C14-8851-E746AC93A6AD}" dt="2026-09-24T05:41:25.267" v="1049" actId="11529"/>
          <ac:spMkLst>
            <pc:docMk/>
            <pc:sldMk cId="461551618" sldId="277"/>
            <ac:spMk id="4" creationId="{FBCDDFBF-5069-CA4E-C6FA-62B82D318DE5}"/>
          </ac:spMkLst>
        </pc:spChg>
      </pc:sldChg>
      <pc:sldChg chg="modSp new mod">
        <pc:chgData name="A Nikhil Sai Ram Reddy" userId="6f1b090129f68b2d" providerId="LiveId" clId="{8DB8F090-FF19-4C14-8851-E746AC93A6AD}" dt="2026-09-24T05:52:14.195" v="1190" actId="20577"/>
        <pc:sldMkLst>
          <pc:docMk/>
          <pc:sldMk cId="2677090012" sldId="278"/>
        </pc:sldMkLst>
        <pc:spChg chg="mod">
          <ac:chgData name="A Nikhil Sai Ram Reddy" userId="6f1b090129f68b2d" providerId="LiveId" clId="{8DB8F090-FF19-4C14-8851-E746AC93A6AD}" dt="2026-09-24T05:51:45.376" v="1161" actId="20577"/>
          <ac:spMkLst>
            <pc:docMk/>
            <pc:sldMk cId="2677090012" sldId="278"/>
            <ac:spMk id="2" creationId="{AAC43F1D-897E-4B8E-86A0-F3797E66655C}"/>
          </ac:spMkLst>
        </pc:spChg>
        <pc:spChg chg="mod">
          <ac:chgData name="A Nikhil Sai Ram Reddy" userId="6f1b090129f68b2d" providerId="LiveId" clId="{8DB8F090-FF19-4C14-8851-E746AC93A6AD}" dt="2026-09-24T05:52:14.195" v="1190" actId="20577"/>
          <ac:spMkLst>
            <pc:docMk/>
            <pc:sldMk cId="2677090012" sldId="278"/>
            <ac:spMk id="3" creationId="{B77297DF-50BE-0D9F-52FC-27BD66966714}"/>
          </ac:spMkLst>
        </pc:spChg>
      </pc:sldChg>
      <pc:sldChg chg="addSp delSp modSp new mod">
        <pc:chgData name="A Nikhil Sai Ram Reddy" userId="6f1b090129f68b2d" providerId="LiveId" clId="{8DB8F090-FF19-4C14-8851-E746AC93A6AD}" dt="2026-09-24T05:54:50.659" v="1214" actId="14100"/>
        <pc:sldMkLst>
          <pc:docMk/>
          <pc:sldMk cId="2366861714" sldId="279"/>
        </pc:sldMkLst>
        <pc:spChg chg="del">
          <ac:chgData name="A Nikhil Sai Ram Reddy" userId="6f1b090129f68b2d" providerId="LiveId" clId="{8DB8F090-FF19-4C14-8851-E746AC93A6AD}" dt="2026-09-24T05:52:26.027" v="1192" actId="478"/>
          <ac:spMkLst>
            <pc:docMk/>
            <pc:sldMk cId="2366861714" sldId="279"/>
            <ac:spMk id="2" creationId="{35ADEE5B-E7E2-8E2E-D758-1711149DFC07}"/>
          </ac:spMkLst>
        </pc:spChg>
        <pc:spChg chg="mod">
          <ac:chgData name="A Nikhil Sai Ram Reddy" userId="6f1b090129f68b2d" providerId="LiveId" clId="{8DB8F090-FF19-4C14-8851-E746AC93A6AD}" dt="2026-09-24T05:53:01.781" v="1209" actId="27636"/>
          <ac:spMkLst>
            <pc:docMk/>
            <pc:sldMk cId="2366861714" sldId="279"/>
            <ac:spMk id="3" creationId="{63F6D516-1CDB-D5CF-D4E7-197589D48E94}"/>
          </ac:spMkLst>
        </pc:spChg>
        <pc:picChg chg="add mod">
          <ac:chgData name="A Nikhil Sai Ram Reddy" userId="6f1b090129f68b2d" providerId="LiveId" clId="{8DB8F090-FF19-4C14-8851-E746AC93A6AD}" dt="2026-09-24T05:54:50.659" v="1214" actId="14100"/>
          <ac:picMkLst>
            <pc:docMk/>
            <pc:sldMk cId="2366861714" sldId="279"/>
            <ac:picMk id="5" creationId="{3C059BC3-7172-74D9-3ED9-2C14BE5D4161}"/>
          </ac:picMkLst>
        </pc:picChg>
      </pc:sldChg>
      <pc:sldChg chg="delSp modSp new mod">
        <pc:chgData name="A Nikhil Sai Ram Reddy" userId="6f1b090129f68b2d" providerId="LiveId" clId="{8DB8F090-FF19-4C14-8851-E746AC93A6AD}" dt="2026-09-24T05:57:43.635" v="1484"/>
        <pc:sldMkLst>
          <pc:docMk/>
          <pc:sldMk cId="3374583939" sldId="280"/>
        </pc:sldMkLst>
        <pc:spChg chg="del">
          <ac:chgData name="A Nikhil Sai Ram Reddy" userId="6f1b090129f68b2d" providerId="LiveId" clId="{8DB8F090-FF19-4C14-8851-E746AC93A6AD}" dt="2026-09-24T05:55:18.244" v="1216" actId="478"/>
          <ac:spMkLst>
            <pc:docMk/>
            <pc:sldMk cId="3374583939" sldId="280"/>
            <ac:spMk id="2" creationId="{C26E1B2B-FF83-4E84-2F7F-8D487861213B}"/>
          </ac:spMkLst>
        </pc:spChg>
        <pc:spChg chg="mod">
          <ac:chgData name="A Nikhil Sai Ram Reddy" userId="6f1b090129f68b2d" providerId="LiveId" clId="{8DB8F090-FF19-4C14-8851-E746AC93A6AD}" dt="2026-09-24T05:57:43.635" v="1484"/>
          <ac:spMkLst>
            <pc:docMk/>
            <pc:sldMk cId="3374583939" sldId="280"/>
            <ac:spMk id="3" creationId="{9A7B9625-BE74-89F1-7DAE-412514EB85B3}"/>
          </ac:spMkLst>
        </pc:spChg>
      </pc:sldChg>
      <pc:sldChg chg="modSp new mod">
        <pc:chgData name="A Nikhil Sai Ram Reddy" userId="6f1b090129f68b2d" providerId="LiveId" clId="{8DB8F090-FF19-4C14-8851-E746AC93A6AD}" dt="2026-09-24T05:58:57.895" v="1520" actId="5793"/>
        <pc:sldMkLst>
          <pc:docMk/>
          <pc:sldMk cId="2948112265" sldId="281"/>
        </pc:sldMkLst>
        <pc:spChg chg="mod">
          <ac:chgData name="A Nikhil Sai Ram Reddy" userId="6f1b090129f68b2d" providerId="LiveId" clId="{8DB8F090-FF19-4C14-8851-E746AC93A6AD}" dt="2026-09-24T05:58:00.983" v="1505" actId="20577"/>
          <ac:spMkLst>
            <pc:docMk/>
            <pc:sldMk cId="2948112265" sldId="281"/>
            <ac:spMk id="2" creationId="{580BF274-43B6-DF6B-2741-3C743C7FA2FB}"/>
          </ac:spMkLst>
        </pc:spChg>
        <pc:spChg chg="mod">
          <ac:chgData name="A Nikhil Sai Ram Reddy" userId="6f1b090129f68b2d" providerId="LiveId" clId="{8DB8F090-FF19-4C14-8851-E746AC93A6AD}" dt="2026-09-24T05:58:57.895" v="1520" actId="5793"/>
          <ac:spMkLst>
            <pc:docMk/>
            <pc:sldMk cId="2948112265" sldId="281"/>
            <ac:spMk id="3" creationId="{670F7F1D-D80C-A80B-202F-F3F8ACC45B26}"/>
          </ac:spMkLst>
        </pc:spChg>
      </pc:sldChg>
      <pc:sldChg chg="addSp delSp modSp new mod">
        <pc:chgData name="A Nikhil Sai Ram Reddy" userId="6f1b090129f68b2d" providerId="LiveId" clId="{8DB8F090-FF19-4C14-8851-E746AC93A6AD}" dt="2026-09-24T06:00:01.378" v="1565" actId="113"/>
        <pc:sldMkLst>
          <pc:docMk/>
          <pc:sldMk cId="169598269" sldId="282"/>
        </pc:sldMkLst>
        <pc:spChg chg="mod">
          <ac:chgData name="A Nikhil Sai Ram Reddy" userId="6f1b090129f68b2d" providerId="LiveId" clId="{8DB8F090-FF19-4C14-8851-E746AC93A6AD}" dt="2026-09-24T05:59:34.696" v="1560" actId="20577"/>
          <ac:spMkLst>
            <pc:docMk/>
            <pc:sldMk cId="169598269" sldId="282"/>
            <ac:spMk id="2" creationId="{E1F1551E-84E8-9790-746F-B5E136D3C71F}"/>
          </ac:spMkLst>
        </pc:spChg>
        <pc:spChg chg="del mod">
          <ac:chgData name="A Nikhil Sai Ram Reddy" userId="6f1b090129f68b2d" providerId="LiveId" clId="{8DB8F090-FF19-4C14-8851-E746AC93A6AD}" dt="2026-09-24T05:59:41.469" v="1562"/>
          <ac:spMkLst>
            <pc:docMk/>
            <pc:sldMk cId="169598269" sldId="282"/>
            <ac:spMk id="3" creationId="{1992B2CC-5B81-8F9C-1338-2D01B3BCF87D}"/>
          </ac:spMkLst>
        </pc:spChg>
        <pc:graphicFrameChg chg="add mod modGraphic">
          <ac:chgData name="A Nikhil Sai Ram Reddy" userId="6f1b090129f68b2d" providerId="LiveId" clId="{8DB8F090-FF19-4C14-8851-E746AC93A6AD}" dt="2026-09-24T06:00:01.378" v="1565" actId="113"/>
          <ac:graphicFrameMkLst>
            <pc:docMk/>
            <pc:sldMk cId="169598269" sldId="282"/>
            <ac:graphicFrameMk id="4" creationId="{786A6294-4D54-8CBC-2F46-BDD7AFB0D524}"/>
          </ac:graphicFrameMkLst>
        </pc:graphicFrameChg>
      </pc:sldChg>
      <pc:sldChg chg="delSp modSp new mod">
        <pc:chgData name="A Nikhil Sai Ram Reddy" userId="6f1b090129f68b2d" providerId="LiveId" clId="{8DB8F090-FF19-4C14-8851-E746AC93A6AD}" dt="2026-09-24T06:01:48.486" v="1749" actId="20577"/>
        <pc:sldMkLst>
          <pc:docMk/>
          <pc:sldMk cId="1009595598" sldId="283"/>
        </pc:sldMkLst>
        <pc:spChg chg="del">
          <ac:chgData name="A Nikhil Sai Ram Reddy" userId="6f1b090129f68b2d" providerId="LiveId" clId="{8DB8F090-FF19-4C14-8851-E746AC93A6AD}" dt="2026-09-24T06:00:16.501" v="1567" actId="478"/>
          <ac:spMkLst>
            <pc:docMk/>
            <pc:sldMk cId="1009595598" sldId="283"/>
            <ac:spMk id="2" creationId="{67ACABF6-2017-18AF-9364-D81A90516FC5}"/>
          </ac:spMkLst>
        </pc:spChg>
        <pc:spChg chg="mod">
          <ac:chgData name="A Nikhil Sai Ram Reddy" userId="6f1b090129f68b2d" providerId="LiveId" clId="{8DB8F090-FF19-4C14-8851-E746AC93A6AD}" dt="2026-09-24T06:01:48.486" v="1749" actId="20577"/>
          <ac:spMkLst>
            <pc:docMk/>
            <pc:sldMk cId="1009595598" sldId="283"/>
            <ac:spMk id="3" creationId="{04FBF978-6966-0BB6-0AFD-64DDA230A3FB}"/>
          </ac:spMkLst>
        </pc:spChg>
      </pc:sldChg>
      <pc:sldChg chg="addSp delSp modSp new mod">
        <pc:chgData name="A Nikhil Sai Ram Reddy" userId="6f1b090129f68b2d" providerId="LiveId" clId="{8DB8F090-FF19-4C14-8851-E746AC93A6AD}" dt="2026-09-24T06:04:14.478" v="1776" actId="14100"/>
        <pc:sldMkLst>
          <pc:docMk/>
          <pc:sldMk cId="3879501371" sldId="284"/>
        </pc:sldMkLst>
        <pc:spChg chg="mod">
          <ac:chgData name="A Nikhil Sai Ram Reddy" userId="6f1b090129f68b2d" providerId="LiveId" clId="{8DB8F090-FF19-4C14-8851-E746AC93A6AD}" dt="2026-09-24T06:02:20.781" v="1770" actId="20577"/>
          <ac:spMkLst>
            <pc:docMk/>
            <pc:sldMk cId="3879501371" sldId="284"/>
            <ac:spMk id="2" creationId="{1E219B50-E45E-2888-BAFE-2A7F934C80A1}"/>
          </ac:spMkLst>
        </pc:spChg>
        <pc:spChg chg="del mod">
          <ac:chgData name="A Nikhil Sai Ram Reddy" userId="6f1b090129f68b2d" providerId="LiveId" clId="{8DB8F090-FF19-4C14-8851-E746AC93A6AD}" dt="2026-09-24T06:03:58.654" v="1772" actId="22"/>
          <ac:spMkLst>
            <pc:docMk/>
            <pc:sldMk cId="3879501371" sldId="284"/>
            <ac:spMk id="3" creationId="{133D918E-7CA6-6482-F5B8-92695EF748CA}"/>
          </ac:spMkLst>
        </pc:spChg>
        <pc:picChg chg="add mod ord">
          <ac:chgData name="A Nikhil Sai Ram Reddy" userId="6f1b090129f68b2d" providerId="LiveId" clId="{8DB8F090-FF19-4C14-8851-E746AC93A6AD}" dt="2026-09-24T06:04:14.478" v="1776" actId="14100"/>
          <ac:picMkLst>
            <pc:docMk/>
            <pc:sldMk cId="3879501371" sldId="284"/>
            <ac:picMk id="5" creationId="{DC446C93-F81A-0B23-54E4-8CCAFDAE25D7}"/>
          </ac:picMkLst>
        </pc:picChg>
      </pc:sldChg>
      <pc:sldChg chg="modSp new mod">
        <pc:chgData name="A Nikhil Sai Ram Reddy" userId="6f1b090129f68b2d" providerId="LiveId" clId="{8DB8F090-FF19-4C14-8851-E746AC93A6AD}" dt="2026-09-24T06:11:43.019" v="2068" actId="20577"/>
        <pc:sldMkLst>
          <pc:docMk/>
          <pc:sldMk cId="721952958" sldId="285"/>
        </pc:sldMkLst>
        <pc:spChg chg="mod">
          <ac:chgData name="A Nikhil Sai Ram Reddy" userId="6f1b090129f68b2d" providerId="LiveId" clId="{8DB8F090-FF19-4C14-8851-E746AC93A6AD}" dt="2026-09-24T06:04:38.575" v="1798" actId="20577"/>
          <ac:spMkLst>
            <pc:docMk/>
            <pc:sldMk cId="721952958" sldId="285"/>
            <ac:spMk id="2" creationId="{B01820E7-4C61-24BE-F2B5-CD8885415F02}"/>
          </ac:spMkLst>
        </pc:spChg>
        <pc:spChg chg="mod">
          <ac:chgData name="A Nikhil Sai Ram Reddy" userId="6f1b090129f68b2d" providerId="LiveId" clId="{8DB8F090-FF19-4C14-8851-E746AC93A6AD}" dt="2026-09-24T06:11:43.019" v="2068" actId="20577"/>
          <ac:spMkLst>
            <pc:docMk/>
            <pc:sldMk cId="721952958" sldId="285"/>
            <ac:spMk id="3" creationId="{AA5A68B5-E4F0-C4AB-D399-7F0AC4B056CD}"/>
          </ac:spMkLst>
        </pc:spChg>
      </pc:sldChg>
      <pc:sldChg chg="delSp modSp new mod">
        <pc:chgData name="A Nikhil Sai Ram Reddy" userId="6f1b090129f68b2d" providerId="LiveId" clId="{8DB8F090-FF19-4C14-8851-E746AC93A6AD}" dt="2026-09-24T06:13:25.877" v="2133" actId="20577"/>
        <pc:sldMkLst>
          <pc:docMk/>
          <pc:sldMk cId="391561493" sldId="286"/>
        </pc:sldMkLst>
        <pc:spChg chg="del">
          <ac:chgData name="A Nikhil Sai Ram Reddy" userId="6f1b090129f68b2d" providerId="LiveId" clId="{8DB8F090-FF19-4C14-8851-E746AC93A6AD}" dt="2026-09-24T06:12:47.004" v="2070" actId="478"/>
          <ac:spMkLst>
            <pc:docMk/>
            <pc:sldMk cId="391561493" sldId="286"/>
            <ac:spMk id="2" creationId="{0B4B3C5C-6E49-1169-B47F-CFDB031C65EB}"/>
          </ac:spMkLst>
        </pc:spChg>
        <pc:spChg chg="mod">
          <ac:chgData name="A Nikhil Sai Ram Reddy" userId="6f1b090129f68b2d" providerId="LiveId" clId="{8DB8F090-FF19-4C14-8851-E746AC93A6AD}" dt="2026-09-24T06:13:25.877" v="2133" actId="20577"/>
          <ac:spMkLst>
            <pc:docMk/>
            <pc:sldMk cId="391561493" sldId="286"/>
            <ac:spMk id="3" creationId="{F34956A9-16FB-F2C9-6BC5-864F9E255D68}"/>
          </ac:spMkLst>
        </pc:spChg>
      </pc:sldChg>
      <pc:sldChg chg="modSp new mod">
        <pc:chgData name="A Nikhil Sai Ram Reddy" userId="6f1b090129f68b2d" providerId="LiveId" clId="{8DB8F090-FF19-4C14-8851-E746AC93A6AD}" dt="2026-09-24T06:24:50.545" v="2164" actId="5793"/>
        <pc:sldMkLst>
          <pc:docMk/>
          <pc:sldMk cId="1105094926" sldId="287"/>
        </pc:sldMkLst>
        <pc:spChg chg="mod">
          <ac:chgData name="A Nikhil Sai Ram Reddy" userId="6f1b090129f68b2d" providerId="LiveId" clId="{8DB8F090-FF19-4C14-8851-E746AC93A6AD}" dt="2026-09-24T06:13:47.689" v="2153" actId="20577"/>
          <ac:spMkLst>
            <pc:docMk/>
            <pc:sldMk cId="1105094926" sldId="287"/>
            <ac:spMk id="2" creationId="{AE057ECA-AD01-F128-0938-FF31997FC686}"/>
          </ac:spMkLst>
        </pc:spChg>
        <pc:spChg chg="mod">
          <ac:chgData name="A Nikhil Sai Ram Reddy" userId="6f1b090129f68b2d" providerId="LiveId" clId="{8DB8F090-FF19-4C14-8851-E746AC93A6AD}" dt="2026-09-24T06:24:50.545" v="2164" actId="5793"/>
          <ac:spMkLst>
            <pc:docMk/>
            <pc:sldMk cId="1105094926" sldId="287"/>
            <ac:spMk id="3" creationId="{43B83F65-B92D-5A9D-31DB-F090302153A4}"/>
          </ac:spMkLst>
        </pc:spChg>
      </pc:sldChg>
      <pc:sldChg chg="delSp modSp new mod">
        <pc:chgData name="A Nikhil Sai Ram Reddy" userId="6f1b090129f68b2d" providerId="LiveId" clId="{8DB8F090-FF19-4C14-8851-E746AC93A6AD}" dt="2026-09-24T06:32:13.977" v="2324" actId="20577"/>
        <pc:sldMkLst>
          <pc:docMk/>
          <pc:sldMk cId="1557685898" sldId="288"/>
        </pc:sldMkLst>
        <pc:spChg chg="del">
          <ac:chgData name="A Nikhil Sai Ram Reddy" userId="6f1b090129f68b2d" providerId="LiveId" clId="{8DB8F090-FF19-4C14-8851-E746AC93A6AD}" dt="2026-09-24T06:25:01.937" v="2166" actId="478"/>
          <ac:spMkLst>
            <pc:docMk/>
            <pc:sldMk cId="1557685898" sldId="288"/>
            <ac:spMk id="2" creationId="{154D54D9-3F5E-2C91-016D-16FCE4397B61}"/>
          </ac:spMkLst>
        </pc:spChg>
        <pc:spChg chg="mod">
          <ac:chgData name="A Nikhil Sai Ram Reddy" userId="6f1b090129f68b2d" providerId="LiveId" clId="{8DB8F090-FF19-4C14-8851-E746AC93A6AD}" dt="2026-09-24T06:32:13.977" v="2324" actId="20577"/>
          <ac:spMkLst>
            <pc:docMk/>
            <pc:sldMk cId="1557685898" sldId="288"/>
            <ac:spMk id="3" creationId="{9CDA590C-A9DB-488D-BC18-F9AA7D59E083}"/>
          </ac:spMkLst>
        </pc:spChg>
      </pc:sldChg>
      <pc:sldChg chg="modSp new mod">
        <pc:chgData name="A Nikhil Sai Ram Reddy" userId="6f1b090129f68b2d" providerId="LiveId" clId="{8DB8F090-FF19-4C14-8851-E746AC93A6AD}" dt="2026-09-24T06:33:42.227" v="2389"/>
        <pc:sldMkLst>
          <pc:docMk/>
          <pc:sldMk cId="1406723954" sldId="289"/>
        </pc:sldMkLst>
        <pc:spChg chg="mod">
          <ac:chgData name="A Nikhil Sai Ram Reddy" userId="6f1b090129f68b2d" providerId="LiveId" clId="{8DB8F090-FF19-4C14-8851-E746AC93A6AD}" dt="2026-09-24T06:32:42.193" v="2341" actId="20577"/>
          <ac:spMkLst>
            <pc:docMk/>
            <pc:sldMk cId="1406723954" sldId="289"/>
            <ac:spMk id="2" creationId="{9B27CBAC-7776-1DBF-F9FD-40C5FED81C2E}"/>
          </ac:spMkLst>
        </pc:spChg>
        <pc:spChg chg="mod">
          <ac:chgData name="A Nikhil Sai Ram Reddy" userId="6f1b090129f68b2d" providerId="LiveId" clId="{8DB8F090-FF19-4C14-8851-E746AC93A6AD}" dt="2026-09-24T06:33:42.227" v="2389"/>
          <ac:spMkLst>
            <pc:docMk/>
            <pc:sldMk cId="1406723954" sldId="289"/>
            <ac:spMk id="3" creationId="{4C224B4B-20D7-7F95-18B6-059A438C75F6}"/>
          </ac:spMkLst>
        </pc:spChg>
      </pc:sldChg>
      <pc:sldChg chg="addSp modSp new mod">
        <pc:chgData name="A Nikhil Sai Ram Reddy" userId="6f1b090129f68b2d" providerId="LiveId" clId="{8DB8F090-FF19-4C14-8851-E746AC93A6AD}" dt="2026-09-24T06:35:29.092" v="2430" actId="113"/>
        <pc:sldMkLst>
          <pc:docMk/>
          <pc:sldMk cId="2031164821" sldId="290"/>
        </pc:sldMkLst>
        <pc:spChg chg="mod">
          <ac:chgData name="A Nikhil Sai Ram Reddy" userId="6f1b090129f68b2d" providerId="LiveId" clId="{8DB8F090-FF19-4C14-8851-E746AC93A6AD}" dt="2026-09-24T06:34:47.442" v="2419" actId="20577"/>
          <ac:spMkLst>
            <pc:docMk/>
            <pc:sldMk cId="2031164821" sldId="290"/>
            <ac:spMk id="2" creationId="{D668540B-5095-9E80-BAE5-48A05E364554}"/>
          </ac:spMkLst>
        </pc:spChg>
        <pc:spChg chg="mod">
          <ac:chgData name="A Nikhil Sai Ram Reddy" userId="6f1b090129f68b2d" providerId="LiveId" clId="{8DB8F090-FF19-4C14-8851-E746AC93A6AD}" dt="2026-09-24T06:35:03.111" v="2424" actId="5793"/>
          <ac:spMkLst>
            <pc:docMk/>
            <pc:sldMk cId="2031164821" sldId="290"/>
            <ac:spMk id="3" creationId="{8B7AA8B1-AED2-646D-E6F8-88F81202E9D7}"/>
          </ac:spMkLst>
        </pc:spChg>
        <pc:graphicFrameChg chg="add mod modGraphic">
          <ac:chgData name="A Nikhil Sai Ram Reddy" userId="6f1b090129f68b2d" providerId="LiveId" clId="{8DB8F090-FF19-4C14-8851-E746AC93A6AD}" dt="2026-09-24T06:35:29.092" v="2430" actId="113"/>
          <ac:graphicFrameMkLst>
            <pc:docMk/>
            <pc:sldMk cId="2031164821" sldId="290"/>
            <ac:graphicFrameMk id="4" creationId="{4C330F62-FEB8-B1A4-7454-91261BD49A9D}"/>
          </ac:graphicFrameMkLst>
        </pc:graphicFrameChg>
      </pc:sldChg>
      <pc:sldChg chg="delSp modSp new mod">
        <pc:chgData name="A Nikhil Sai Ram Reddy" userId="6f1b090129f68b2d" providerId="LiveId" clId="{8DB8F090-FF19-4C14-8851-E746AC93A6AD}" dt="2026-09-24T06:36:56.712" v="2513"/>
        <pc:sldMkLst>
          <pc:docMk/>
          <pc:sldMk cId="3926715938" sldId="291"/>
        </pc:sldMkLst>
        <pc:spChg chg="del">
          <ac:chgData name="A Nikhil Sai Ram Reddy" userId="6f1b090129f68b2d" providerId="LiveId" clId="{8DB8F090-FF19-4C14-8851-E746AC93A6AD}" dt="2026-09-24T06:35:42.401" v="2432" actId="478"/>
          <ac:spMkLst>
            <pc:docMk/>
            <pc:sldMk cId="3926715938" sldId="291"/>
            <ac:spMk id="2" creationId="{65F68A00-9789-13AE-893B-C5D3734B65B0}"/>
          </ac:spMkLst>
        </pc:spChg>
        <pc:spChg chg="mod">
          <ac:chgData name="A Nikhil Sai Ram Reddy" userId="6f1b090129f68b2d" providerId="LiveId" clId="{8DB8F090-FF19-4C14-8851-E746AC93A6AD}" dt="2026-09-24T06:36:56.712" v="2513"/>
          <ac:spMkLst>
            <pc:docMk/>
            <pc:sldMk cId="3926715938" sldId="291"/>
            <ac:spMk id="3" creationId="{566969EA-D15C-3F1E-F6BC-14679568876E}"/>
          </ac:spMkLst>
        </pc:spChg>
      </pc:sldChg>
      <pc:sldChg chg="addSp delSp modSp new mod">
        <pc:chgData name="A Nikhil Sai Ram Reddy" userId="6f1b090129f68b2d" providerId="LiveId" clId="{8DB8F090-FF19-4C14-8851-E746AC93A6AD}" dt="2026-09-24T06:39:00.783" v="2541" actId="22"/>
        <pc:sldMkLst>
          <pc:docMk/>
          <pc:sldMk cId="2028351184" sldId="292"/>
        </pc:sldMkLst>
        <pc:spChg chg="mod">
          <ac:chgData name="A Nikhil Sai Ram Reddy" userId="6f1b090129f68b2d" providerId="LiveId" clId="{8DB8F090-FF19-4C14-8851-E746AC93A6AD}" dt="2026-09-24T06:37:36.341" v="2539" actId="20577"/>
          <ac:spMkLst>
            <pc:docMk/>
            <pc:sldMk cId="2028351184" sldId="292"/>
            <ac:spMk id="2" creationId="{55651AAA-4E52-F432-DB92-74E3C6DFE209}"/>
          </ac:spMkLst>
        </pc:spChg>
        <pc:spChg chg="del mod">
          <ac:chgData name="A Nikhil Sai Ram Reddy" userId="6f1b090129f68b2d" providerId="LiveId" clId="{8DB8F090-FF19-4C14-8851-E746AC93A6AD}" dt="2026-09-24T06:39:00.783" v="2541" actId="22"/>
          <ac:spMkLst>
            <pc:docMk/>
            <pc:sldMk cId="2028351184" sldId="292"/>
            <ac:spMk id="3" creationId="{7370B9CF-E55F-25D5-7E80-E3A4460ED5DA}"/>
          </ac:spMkLst>
        </pc:spChg>
        <pc:picChg chg="add mod ord">
          <ac:chgData name="A Nikhil Sai Ram Reddy" userId="6f1b090129f68b2d" providerId="LiveId" clId="{8DB8F090-FF19-4C14-8851-E746AC93A6AD}" dt="2026-09-24T06:39:00.783" v="2541" actId="22"/>
          <ac:picMkLst>
            <pc:docMk/>
            <pc:sldMk cId="2028351184" sldId="292"/>
            <ac:picMk id="5" creationId="{2B86CCD1-D854-EB80-95CF-B73723E97A27}"/>
          </ac:picMkLst>
        </pc:picChg>
      </pc:sldChg>
      <pc:sldChg chg="delSp modSp new mod">
        <pc:chgData name="A Nikhil Sai Ram Reddy" userId="6f1b090129f68b2d" providerId="LiveId" clId="{8DB8F090-FF19-4C14-8851-E746AC93A6AD}" dt="2026-09-24T06:42:07.031" v="2562" actId="27636"/>
        <pc:sldMkLst>
          <pc:docMk/>
          <pc:sldMk cId="2344639064" sldId="293"/>
        </pc:sldMkLst>
        <pc:spChg chg="del">
          <ac:chgData name="A Nikhil Sai Ram Reddy" userId="6f1b090129f68b2d" providerId="LiveId" clId="{8DB8F090-FF19-4C14-8851-E746AC93A6AD}" dt="2026-09-24T06:41:48.488" v="2543" actId="478"/>
          <ac:spMkLst>
            <pc:docMk/>
            <pc:sldMk cId="2344639064" sldId="293"/>
            <ac:spMk id="2" creationId="{81FDABAF-4DAE-AA3B-203C-4E0E422CCEA0}"/>
          </ac:spMkLst>
        </pc:spChg>
        <pc:spChg chg="mod">
          <ac:chgData name="A Nikhil Sai Ram Reddy" userId="6f1b090129f68b2d" providerId="LiveId" clId="{8DB8F090-FF19-4C14-8851-E746AC93A6AD}" dt="2026-09-24T06:42:07.031" v="2562" actId="27636"/>
          <ac:spMkLst>
            <pc:docMk/>
            <pc:sldMk cId="2344639064" sldId="293"/>
            <ac:spMk id="3" creationId="{A63AF51E-8792-53E8-E81D-0C8DBBF22C6B}"/>
          </ac:spMkLst>
        </pc:spChg>
      </pc:sldChg>
      <pc:sldChg chg="modSp new mod">
        <pc:chgData name="A Nikhil Sai Ram Reddy" userId="6f1b090129f68b2d" providerId="LiveId" clId="{8DB8F090-FF19-4C14-8851-E746AC93A6AD}" dt="2026-09-24T06:43:31.585" v="2600"/>
        <pc:sldMkLst>
          <pc:docMk/>
          <pc:sldMk cId="1923339528" sldId="294"/>
        </pc:sldMkLst>
        <pc:spChg chg="mod">
          <ac:chgData name="A Nikhil Sai Ram Reddy" userId="6f1b090129f68b2d" providerId="LiveId" clId="{8DB8F090-FF19-4C14-8851-E746AC93A6AD}" dt="2026-09-24T06:42:57.094" v="2586" actId="20577"/>
          <ac:spMkLst>
            <pc:docMk/>
            <pc:sldMk cId="1923339528" sldId="294"/>
            <ac:spMk id="2" creationId="{73F0E424-2896-2E22-F89A-342CEBDFB58B}"/>
          </ac:spMkLst>
        </pc:spChg>
        <pc:spChg chg="mod">
          <ac:chgData name="A Nikhil Sai Ram Reddy" userId="6f1b090129f68b2d" providerId="LiveId" clId="{8DB8F090-FF19-4C14-8851-E746AC93A6AD}" dt="2026-09-24T06:43:31.585" v="2600"/>
          <ac:spMkLst>
            <pc:docMk/>
            <pc:sldMk cId="1923339528" sldId="294"/>
            <ac:spMk id="3" creationId="{FC2BE6DC-016B-2159-C592-D54F626698FC}"/>
          </ac:spMkLst>
        </pc:spChg>
      </pc:sldChg>
      <pc:sldChg chg="delSp modSp new mod">
        <pc:chgData name="A Nikhil Sai Ram Reddy" userId="6f1b090129f68b2d" providerId="LiveId" clId="{8DB8F090-FF19-4C14-8851-E746AC93A6AD}" dt="2026-09-24T06:43:48.273" v="2607" actId="5793"/>
        <pc:sldMkLst>
          <pc:docMk/>
          <pc:sldMk cId="4123231993" sldId="295"/>
        </pc:sldMkLst>
        <pc:spChg chg="del">
          <ac:chgData name="A Nikhil Sai Ram Reddy" userId="6f1b090129f68b2d" providerId="LiveId" clId="{8DB8F090-FF19-4C14-8851-E746AC93A6AD}" dt="2026-09-24T06:43:38.019" v="2602" actId="478"/>
          <ac:spMkLst>
            <pc:docMk/>
            <pc:sldMk cId="4123231993" sldId="295"/>
            <ac:spMk id="2" creationId="{368E18DA-FBF0-D016-ED03-B1A5A1873C2B}"/>
          </ac:spMkLst>
        </pc:spChg>
        <pc:spChg chg="mod">
          <ac:chgData name="A Nikhil Sai Ram Reddy" userId="6f1b090129f68b2d" providerId="LiveId" clId="{8DB8F090-FF19-4C14-8851-E746AC93A6AD}" dt="2026-09-24T06:43:48.273" v="2607" actId="5793"/>
          <ac:spMkLst>
            <pc:docMk/>
            <pc:sldMk cId="4123231993" sldId="295"/>
            <ac:spMk id="3" creationId="{58C91259-DC6B-21C6-0927-65CFB49CDD68}"/>
          </ac:spMkLst>
        </pc:spChg>
      </pc:sldChg>
      <pc:sldChg chg="modSp new mod">
        <pc:chgData name="A Nikhil Sai Ram Reddy" userId="6f1b090129f68b2d" providerId="LiveId" clId="{8DB8F090-FF19-4C14-8851-E746AC93A6AD}" dt="2026-09-24T06:44:25.782" v="2635" actId="6549"/>
        <pc:sldMkLst>
          <pc:docMk/>
          <pc:sldMk cId="3445218458" sldId="296"/>
        </pc:sldMkLst>
        <pc:spChg chg="mod">
          <ac:chgData name="A Nikhil Sai Ram Reddy" userId="6f1b090129f68b2d" providerId="LiveId" clId="{8DB8F090-FF19-4C14-8851-E746AC93A6AD}" dt="2026-09-24T06:44:00.929" v="2618" actId="20577"/>
          <ac:spMkLst>
            <pc:docMk/>
            <pc:sldMk cId="3445218458" sldId="296"/>
            <ac:spMk id="2" creationId="{BAA196EF-75F1-B982-E274-2F032D27B207}"/>
          </ac:spMkLst>
        </pc:spChg>
        <pc:spChg chg="mod">
          <ac:chgData name="A Nikhil Sai Ram Reddy" userId="6f1b090129f68b2d" providerId="LiveId" clId="{8DB8F090-FF19-4C14-8851-E746AC93A6AD}" dt="2026-09-24T06:44:25.782" v="2635" actId="6549"/>
          <ac:spMkLst>
            <pc:docMk/>
            <pc:sldMk cId="3445218458" sldId="296"/>
            <ac:spMk id="3" creationId="{DDAC39B4-9BE7-6979-0D6B-ED0138ED7C57}"/>
          </ac:spMkLst>
        </pc:spChg>
      </pc:sldChg>
      <pc:sldChg chg="modSp new mod">
        <pc:chgData name="A Nikhil Sai Ram Reddy" userId="6f1b090129f68b2d" providerId="LiveId" clId="{8DB8F090-FF19-4C14-8851-E746AC93A6AD}" dt="2026-09-24T06:44:58.649" v="2653" actId="5793"/>
        <pc:sldMkLst>
          <pc:docMk/>
          <pc:sldMk cId="4120234763" sldId="297"/>
        </pc:sldMkLst>
        <pc:spChg chg="mod">
          <ac:chgData name="A Nikhil Sai Ram Reddy" userId="6f1b090129f68b2d" providerId="LiveId" clId="{8DB8F090-FF19-4C14-8851-E746AC93A6AD}" dt="2026-09-24T06:44:42.816" v="2647" actId="20577"/>
          <ac:spMkLst>
            <pc:docMk/>
            <pc:sldMk cId="4120234763" sldId="297"/>
            <ac:spMk id="2" creationId="{A9E15378-0FFD-4B7F-3732-FCF847C49416}"/>
          </ac:spMkLst>
        </pc:spChg>
        <pc:spChg chg="mod">
          <ac:chgData name="A Nikhil Sai Ram Reddy" userId="6f1b090129f68b2d" providerId="LiveId" clId="{8DB8F090-FF19-4C14-8851-E746AC93A6AD}" dt="2026-09-24T06:44:58.649" v="2653" actId="5793"/>
          <ac:spMkLst>
            <pc:docMk/>
            <pc:sldMk cId="4120234763" sldId="297"/>
            <ac:spMk id="3" creationId="{D43AA4A9-9AD3-1DD7-B473-A0C85094E5F1}"/>
          </ac:spMkLst>
        </pc:spChg>
      </pc:sldChg>
      <pc:sldChg chg="modSp new mod">
        <pc:chgData name="A Nikhil Sai Ram Reddy" userId="6f1b090129f68b2d" providerId="LiveId" clId="{8DB8F090-FF19-4C14-8851-E746AC93A6AD}" dt="2026-09-24T06:46:13.911" v="2702" actId="20577"/>
        <pc:sldMkLst>
          <pc:docMk/>
          <pc:sldMk cId="4052031924" sldId="298"/>
        </pc:sldMkLst>
        <pc:spChg chg="mod">
          <ac:chgData name="A Nikhil Sai Ram Reddy" userId="6f1b090129f68b2d" providerId="LiveId" clId="{8DB8F090-FF19-4C14-8851-E746AC93A6AD}" dt="2026-09-24T06:45:18.093" v="2670" actId="20577"/>
          <ac:spMkLst>
            <pc:docMk/>
            <pc:sldMk cId="4052031924" sldId="298"/>
            <ac:spMk id="2" creationId="{93BCDCC5-3321-43CF-F42A-E326373ED69A}"/>
          </ac:spMkLst>
        </pc:spChg>
        <pc:spChg chg="mod">
          <ac:chgData name="A Nikhil Sai Ram Reddy" userId="6f1b090129f68b2d" providerId="LiveId" clId="{8DB8F090-FF19-4C14-8851-E746AC93A6AD}" dt="2026-09-24T06:46:13.911" v="2702" actId="20577"/>
          <ac:spMkLst>
            <pc:docMk/>
            <pc:sldMk cId="4052031924" sldId="298"/>
            <ac:spMk id="3" creationId="{FA404AA3-3AD9-4840-C924-A8F2A68F1F3F}"/>
          </ac:spMkLst>
        </pc:spChg>
      </pc:sldChg>
      <pc:sldChg chg="delSp modSp new mod">
        <pc:chgData name="A Nikhil Sai Ram Reddy" userId="6f1b090129f68b2d" providerId="LiveId" clId="{8DB8F090-FF19-4C14-8851-E746AC93A6AD}" dt="2026-09-24T06:50:50.932" v="2908" actId="20577"/>
        <pc:sldMkLst>
          <pc:docMk/>
          <pc:sldMk cId="372934396" sldId="299"/>
        </pc:sldMkLst>
        <pc:spChg chg="del">
          <ac:chgData name="A Nikhil Sai Ram Reddy" userId="6f1b090129f68b2d" providerId="LiveId" clId="{8DB8F090-FF19-4C14-8851-E746AC93A6AD}" dt="2026-09-24T06:46:33.054" v="2704" actId="478"/>
          <ac:spMkLst>
            <pc:docMk/>
            <pc:sldMk cId="372934396" sldId="299"/>
            <ac:spMk id="2" creationId="{C4521710-A564-6E46-5CE5-76D16BE5D478}"/>
          </ac:spMkLst>
        </pc:spChg>
        <pc:spChg chg="mod">
          <ac:chgData name="A Nikhil Sai Ram Reddy" userId="6f1b090129f68b2d" providerId="LiveId" clId="{8DB8F090-FF19-4C14-8851-E746AC93A6AD}" dt="2026-09-24T06:50:50.932" v="2908" actId="20577"/>
          <ac:spMkLst>
            <pc:docMk/>
            <pc:sldMk cId="372934396" sldId="299"/>
            <ac:spMk id="3" creationId="{AE47DC66-FF7A-A8FE-8902-B6B97B2197AB}"/>
          </ac:spMkLst>
        </pc:spChg>
      </pc:sldChg>
      <pc:sldChg chg="modSp new mod">
        <pc:chgData name="A Nikhil Sai Ram Reddy" userId="6f1b090129f68b2d" providerId="LiveId" clId="{8DB8F090-FF19-4C14-8851-E746AC93A6AD}" dt="2026-09-24T06:55:34.566" v="3276" actId="20577"/>
        <pc:sldMkLst>
          <pc:docMk/>
          <pc:sldMk cId="4048197685" sldId="300"/>
        </pc:sldMkLst>
        <pc:spChg chg="mod">
          <ac:chgData name="A Nikhil Sai Ram Reddy" userId="6f1b090129f68b2d" providerId="LiveId" clId="{8DB8F090-FF19-4C14-8851-E746AC93A6AD}" dt="2026-09-24T06:51:33.430" v="2928" actId="20577"/>
          <ac:spMkLst>
            <pc:docMk/>
            <pc:sldMk cId="4048197685" sldId="300"/>
            <ac:spMk id="2" creationId="{91798259-1ED4-6C17-53C8-30C0D89168C2}"/>
          </ac:spMkLst>
        </pc:spChg>
        <pc:spChg chg="mod">
          <ac:chgData name="A Nikhil Sai Ram Reddy" userId="6f1b090129f68b2d" providerId="LiveId" clId="{8DB8F090-FF19-4C14-8851-E746AC93A6AD}" dt="2026-09-24T06:55:34.566" v="3276" actId="20577"/>
          <ac:spMkLst>
            <pc:docMk/>
            <pc:sldMk cId="4048197685" sldId="300"/>
            <ac:spMk id="3" creationId="{2653E8AE-0785-47E1-8767-406F0149BE73}"/>
          </ac:spMkLst>
        </pc:spChg>
      </pc:sldChg>
      <pc:sldChg chg="addSp delSp modSp new mod">
        <pc:chgData name="A Nikhil Sai Ram Reddy" userId="6f1b090129f68b2d" providerId="LiveId" clId="{8DB8F090-FF19-4C14-8851-E746AC93A6AD}" dt="2026-09-24T06:57:23.681" v="3305" actId="14100"/>
        <pc:sldMkLst>
          <pc:docMk/>
          <pc:sldMk cId="879166391" sldId="301"/>
        </pc:sldMkLst>
        <pc:spChg chg="mod">
          <ac:chgData name="A Nikhil Sai Ram Reddy" userId="6f1b090129f68b2d" providerId="LiveId" clId="{8DB8F090-FF19-4C14-8851-E746AC93A6AD}" dt="2026-09-24T06:55:48.209" v="3297" actId="20577"/>
          <ac:spMkLst>
            <pc:docMk/>
            <pc:sldMk cId="879166391" sldId="301"/>
            <ac:spMk id="2" creationId="{72638BB3-4757-E32C-4272-03ACD688DF6A}"/>
          </ac:spMkLst>
        </pc:spChg>
        <pc:spChg chg="del mod">
          <ac:chgData name="A Nikhil Sai Ram Reddy" userId="6f1b090129f68b2d" providerId="LiveId" clId="{8DB8F090-FF19-4C14-8851-E746AC93A6AD}" dt="2026-09-24T06:57:10.012" v="3301" actId="22"/>
          <ac:spMkLst>
            <pc:docMk/>
            <pc:sldMk cId="879166391" sldId="301"/>
            <ac:spMk id="3" creationId="{B9A4A830-E904-9A4E-B1A7-000932EB607E}"/>
          </ac:spMkLst>
        </pc:spChg>
        <pc:picChg chg="add mod ord">
          <ac:chgData name="A Nikhil Sai Ram Reddy" userId="6f1b090129f68b2d" providerId="LiveId" clId="{8DB8F090-FF19-4C14-8851-E746AC93A6AD}" dt="2026-09-24T06:57:23.681" v="3305" actId="14100"/>
          <ac:picMkLst>
            <pc:docMk/>
            <pc:sldMk cId="879166391" sldId="301"/>
            <ac:picMk id="5" creationId="{A6C51DD5-CD93-03F8-0F8A-D75E746B8D60}"/>
          </ac:picMkLst>
        </pc:picChg>
      </pc:sldChg>
      <pc:sldChg chg="modSp new mod">
        <pc:chgData name="A Nikhil Sai Ram Reddy" userId="6f1b090129f68b2d" providerId="LiveId" clId="{8DB8F090-FF19-4C14-8851-E746AC93A6AD}" dt="2026-09-24T07:03:22.899" v="3828" actId="20577"/>
        <pc:sldMkLst>
          <pc:docMk/>
          <pc:sldMk cId="157029966" sldId="302"/>
        </pc:sldMkLst>
        <pc:spChg chg="mod">
          <ac:chgData name="A Nikhil Sai Ram Reddy" userId="6f1b090129f68b2d" providerId="LiveId" clId="{8DB8F090-FF19-4C14-8851-E746AC93A6AD}" dt="2026-09-24T06:57:42.116" v="3330" actId="20577"/>
          <ac:spMkLst>
            <pc:docMk/>
            <pc:sldMk cId="157029966" sldId="302"/>
            <ac:spMk id="2" creationId="{B282A6FE-9B3C-231A-99C2-F378A951D277}"/>
          </ac:spMkLst>
        </pc:spChg>
        <pc:spChg chg="mod">
          <ac:chgData name="A Nikhil Sai Ram Reddy" userId="6f1b090129f68b2d" providerId="LiveId" clId="{8DB8F090-FF19-4C14-8851-E746AC93A6AD}" dt="2026-09-24T07:03:22.899" v="3828" actId="20577"/>
          <ac:spMkLst>
            <pc:docMk/>
            <pc:sldMk cId="157029966" sldId="302"/>
            <ac:spMk id="3" creationId="{6AB4B6CB-1A9F-A160-3372-30B2008E69F6}"/>
          </ac:spMkLst>
        </pc:spChg>
      </pc:sldChg>
      <pc:sldChg chg="modSp new mod">
        <pc:chgData name="A Nikhil Sai Ram Reddy" userId="6f1b090129f68b2d" providerId="LiveId" clId="{8DB8F090-FF19-4C14-8851-E746AC93A6AD}" dt="2026-09-24T07:03:58.332" v="3852" actId="5793"/>
        <pc:sldMkLst>
          <pc:docMk/>
          <pc:sldMk cId="2835159156" sldId="303"/>
        </pc:sldMkLst>
        <pc:spChg chg="mod">
          <ac:chgData name="A Nikhil Sai Ram Reddy" userId="6f1b090129f68b2d" providerId="LiveId" clId="{8DB8F090-FF19-4C14-8851-E746AC93A6AD}" dt="2026-09-24T07:03:36.521" v="3843" actId="20577"/>
          <ac:spMkLst>
            <pc:docMk/>
            <pc:sldMk cId="2835159156" sldId="303"/>
            <ac:spMk id="2" creationId="{5840E58B-1CDF-33A1-D21C-70DB932678F5}"/>
          </ac:spMkLst>
        </pc:spChg>
        <pc:spChg chg="mod">
          <ac:chgData name="A Nikhil Sai Ram Reddy" userId="6f1b090129f68b2d" providerId="LiveId" clId="{8DB8F090-FF19-4C14-8851-E746AC93A6AD}" dt="2026-09-24T07:03:58.332" v="3852" actId="5793"/>
          <ac:spMkLst>
            <pc:docMk/>
            <pc:sldMk cId="2835159156" sldId="303"/>
            <ac:spMk id="3" creationId="{664F1229-F0DD-0ACF-1AA6-10624E5D51FE}"/>
          </ac:spMkLst>
        </pc:spChg>
      </pc:sldChg>
      <pc:sldChg chg="modSp new mod">
        <pc:chgData name="A Nikhil Sai Ram Reddy" userId="6f1b090129f68b2d" providerId="LiveId" clId="{8DB8F090-FF19-4C14-8851-E746AC93A6AD}" dt="2026-09-24T07:04:32.632" v="3875" actId="5793"/>
        <pc:sldMkLst>
          <pc:docMk/>
          <pc:sldMk cId="3288700222" sldId="304"/>
        </pc:sldMkLst>
        <pc:spChg chg="mod">
          <ac:chgData name="A Nikhil Sai Ram Reddy" userId="6f1b090129f68b2d" providerId="LiveId" clId="{8DB8F090-FF19-4C14-8851-E746AC93A6AD}" dt="2026-09-24T07:04:10.923" v="3866" actId="20577"/>
          <ac:spMkLst>
            <pc:docMk/>
            <pc:sldMk cId="3288700222" sldId="304"/>
            <ac:spMk id="2" creationId="{D8C1F052-9AD9-4FB6-17AB-93C74F0F0350}"/>
          </ac:spMkLst>
        </pc:spChg>
        <pc:spChg chg="mod">
          <ac:chgData name="A Nikhil Sai Ram Reddy" userId="6f1b090129f68b2d" providerId="LiveId" clId="{8DB8F090-FF19-4C14-8851-E746AC93A6AD}" dt="2026-09-24T07:04:32.632" v="3875" actId="5793"/>
          <ac:spMkLst>
            <pc:docMk/>
            <pc:sldMk cId="3288700222" sldId="304"/>
            <ac:spMk id="3" creationId="{4E70EC6E-7C87-A1D1-3DC8-2AD07DAEE5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16D2-59CE-2E06-7E29-17BD34250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DD3F7-45DF-820D-1CD6-2CD6701BA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88DD-EF50-E411-1375-F1C9A0CF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99DA0-89F0-57CB-20E5-A6C03DA2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C64D9-8FD1-7BEC-C493-568193A2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64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2F00-8697-0272-57DD-AA6C5CCB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4439-F02F-EF57-4822-C03D671AE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4AE9-C45B-0AE7-1F90-8E4D7815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3F13-7D92-6FAD-C026-416C95D4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97359-E44C-29E8-2E42-75B3BF21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2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A11D-E6FE-16CC-2C69-136025C0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30CC6-0744-96FD-77EF-1C03E5808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6EB41-BA8A-7413-50C4-4874CBBE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2DCE0-6222-D6A7-D499-A35B91FB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08452-5826-CF3C-CA56-88FF9AFF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9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6FDF-1526-7157-E527-1BCFC8EC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4AB50-9C10-CBBE-8089-6D5E9BB16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A5D9A-2592-5527-54A0-B40234678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6C151-89D0-5576-B831-C607CA13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9650-EF6B-007E-5D1B-41CAAB8B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98201-EAF3-D639-5B1E-BC5F158E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48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A6C5-3CBE-96A5-63A0-780200E0B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C62E5-C569-C192-FD34-6ABD83F7E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AF5CA-56CC-E9B2-5DD4-BF7C81410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E9C51-6468-590E-3F7B-D8482DD10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593FC-AC86-371C-5DA0-368C71991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F3BAF-57F3-1D04-E216-66F85CFE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BCD0-5295-8560-80D6-B4478BAA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B5BF88-5DE4-3FEB-5BFB-DDA34C05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9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EB50-8613-D897-ED28-AA48334E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DA4C6-F67E-D7C6-B241-E77703DD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F79FE-1A88-5D43-2462-FC0FEFC2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F61D6-AB59-7307-06D2-7414850E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07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C87FA-2AC8-E8B8-B721-015DBA9F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FB706-A681-F1B9-A531-89104894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82280-B055-1306-2A02-1413E58A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76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D3BE-3A54-C2C4-D6AB-33620DD41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B032-C51A-8E38-DCE6-4C41470EA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E4068-0F3A-F4A6-B681-CB5F69A1F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9E99F-3DC3-DB04-6D8E-EDC7F1D4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EB4B-3717-D16D-F827-B35ADF6A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5DBDE-9D9B-9DA9-FA8E-8199E66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4534-1488-0CF0-B490-9A461891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9345E-37F0-7C40-B7C5-ED25433CD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5F394-AAC7-0439-B050-65AF19B08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92913-7BFA-0094-1B65-B7B03195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4B02E-4C97-40C5-D14B-7904A0FE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F05E6-A110-5754-2554-7153025F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04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62A8-3693-3834-5AFA-D53E0857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07300-4F09-B73C-A60E-26077BBB3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A2346-1CC4-7A2C-E303-0E9F9A7D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BF47-F3FA-FBCC-76D0-6ACEA345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6766B-B12B-2DD9-3E91-DDA02C80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ACB9A5-4859-EB08-A565-CCE2CB647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77588-06DB-15AF-7AE5-06571C1E1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05743-9587-29A5-F3F8-F01DE078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6125C-F8F7-260A-35E8-3E3E6633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06CE9-4C11-188F-0DEB-89F31597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2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9D588-7884-F603-924E-C3117393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C354A-4D8A-00A5-50D1-3149A539C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D983-4FC2-EBDC-3B72-218C90915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36D89-E8BC-49CE-85FF-C96414D2E5D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10C4-C4F1-B45F-0BB9-C6BD0FE47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C1927-EF4D-E90B-EB9A-628F1F7D1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1A323-9C03-4548-9B22-1CA03DECF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5C75-A8ED-4EF1-BC10-682179C80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Q-</a:t>
            </a:r>
            <a:r>
              <a:rPr lang="en-IN" dirty="0" err="1"/>
              <a:t>LogiOpt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32B0F-E5D3-1977-F136-67F2F22EF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Quantum Approximate Optimization for Intelligent Logistics Route and Delivery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E8563-DEFE-CFBF-5428-D66C4C6466AD}"/>
              </a:ext>
            </a:extLst>
          </p:cNvPr>
          <p:cNvSpPr txBox="1"/>
          <p:nvPr/>
        </p:nvSpPr>
        <p:spPr>
          <a:xfrm>
            <a:off x="8474697" y="5257800"/>
            <a:ext cx="3717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 err="1"/>
              <a:t>Avutu</a:t>
            </a:r>
            <a:r>
              <a:rPr lang="en-IN" dirty="0"/>
              <a:t> Nikhil Sai Ram Reddy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D286A-E66E-58FA-082A-090E8153166F}"/>
              </a:ext>
            </a:extLst>
          </p:cNvPr>
          <p:cNvSpPr txBox="1"/>
          <p:nvPr/>
        </p:nvSpPr>
        <p:spPr>
          <a:xfrm>
            <a:off x="1904215" y="4719974"/>
            <a:ext cx="60048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Technologies:</a:t>
            </a:r>
            <a:br>
              <a:rPr lang="en-IN" dirty="0"/>
            </a:br>
            <a:r>
              <a:rPr lang="en-IN" dirty="0"/>
              <a:t>Python | </a:t>
            </a:r>
            <a:r>
              <a:rPr lang="en-IN" dirty="0" err="1"/>
              <a:t>Qiskit</a:t>
            </a:r>
            <a:r>
              <a:rPr lang="en-IN" dirty="0"/>
              <a:t> | QAOA | QUBO | </a:t>
            </a:r>
            <a:r>
              <a:rPr lang="en-IN" dirty="0" err="1"/>
              <a:t>Streamlit</a:t>
            </a:r>
            <a:r>
              <a:rPr lang="en-IN" dirty="0"/>
              <a:t> | Machine Learning</a:t>
            </a:r>
          </a:p>
          <a:p>
            <a:r>
              <a:rPr lang="en-IN" b="1" dirty="0"/>
              <a:t>Visual:</a:t>
            </a:r>
            <a:br>
              <a:rPr lang="en-IN" dirty="0"/>
            </a:br>
            <a:r>
              <a:rPr lang="en-IN" dirty="0"/>
              <a:t>Use an image/diagram showing:</a:t>
            </a:r>
          </a:p>
          <a:p>
            <a:r>
              <a:rPr lang="en-IN" b="1" dirty="0"/>
              <a:t>Depot → Multiple Delivery Locations → Optimized Route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01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C73F-BFAD-1453-A32D-234C096F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741C9-539B-41D5-0C5A-AE943BF72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Q-</a:t>
            </a:r>
            <a:r>
              <a:rPr lang="en-IN" b="1" dirty="0" err="1"/>
              <a:t>LogiOpt</a:t>
            </a:r>
            <a:r>
              <a:rPr lang="en-IN" b="1" dirty="0"/>
              <a:t>?</a:t>
            </a:r>
          </a:p>
          <a:p>
            <a:pPr marL="0" indent="0">
              <a:buNone/>
            </a:pPr>
            <a:r>
              <a:rPr lang="en-IN" dirty="0"/>
              <a:t>Q-</a:t>
            </a:r>
            <a:r>
              <a:rPr lang="en-IN" dirty="0" err="1"/>
              <a:t>LogiOpt</a:t>
            </a:r>
            <a:r>
              <a:rPr lang="en-IN" dirty="0"/>
              <a:t> is a software Quantum Artificial Intelligence platform that aims to optimize logistic delivery routes through Quantum Approximation Optimization Algorithm (QAOA).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is a method of transforming the problem of logistics routing to a QUBO problem and solves it by quantum circuit simulation.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74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93505-2CCB-0100-BD1A-6C01455C6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571"/>
            <a:ext cx="10515600" cy="54133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Core Idea</a:t>
            </a:r>
          </a:p>
          <a:p>
            <a:pPr marL="0" indent="0">
              <a:buNone/>
            </a:pPr>
            <a:r>
              <a:rPr lang="en-IN" dirty="0"/>
              <a:t>Real-world logistics problem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Mathematical optimization model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QUBO formulation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Ising Hamiltonian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QAOA quantum circuit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Optimized delivery route</a:t>
            </a:r>
          </a:p>
        </p:txBody>
      </p:sp>
    </p:spTree>
    <p:extLst>
      <p:ext uri="{BB962C8B-B14F-4D97-AF65-F5344CB8AC3E}">
        <p14:creationId xmlns:p14="http://schemas.microsoft.com/office/powerpoint/2010/main" val="397381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6F7C-5F2C-C91D-33E9-13FBD8E9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8095"/>
            <a:ext cx="10515600" cy="51588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Feature:</a:t>
            </a:r>
          </a:p>
          <a:p>
            <a:r>
              <a:rPr lang="en-US" dirty="0"/>
              <a:t>The full system could be implemented using quantum simulators without requiring physical quantum computers.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41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CE25-745B-52DF-90FA-D5F4CB3A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3191-888B-94B7-16D2-B4A7B89D7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Existing Problem</a:t>
            </a:r>
          </a:p>
          <a:p>
            <a:pPr marL="0" indent="0">
              <a:buNone/>
            </a:pPr>
            <a:r>
              <a:rPr lang="en-IN" dirty="0"/>
              <a:t>Logistics companies need to determine efficient routes for vehicles visiting multiple delivery locations.</a:t>
            </a:r>
          </a:p>
          <a:p>
            <a:pPr marL="0" indent="0">
              <a:buNone/>
            </a:pPr>
            <a:r>
              <a:rPr lang="en-IN" dirty="0"/>
              <a:t>A poor route can result in:</a:t>
            </a:r>
          </a:p>
          <a:p>
            <a:pPr lvl="0"/>
            <a:r>
              <a:rPr lang="en-IN" dirty="0"/>
              <a:t>Higher transportation cost </a:t>
            </a:r>
          </a:p>
          <a:p>
            <a:pPr lvl="0"/>
            <a:r>
              <a:rPr lang="en-IN" dirty="0"/>
              <a:t>Longer delivery distance </a:t>
            </a:r>
          </a:p>
          <a:p>
            <a:pPr lvl="0"/>
            <a:r>
              <a:rPr lang="en-IN" dirty="0"/>
              <a:t>Increased delivery time </a:t>
            </a:r>
          </a:p>
          <a:p>
            <a:pPr lvl="0"/>
            <a:r>
              <a:rPr lang="en-IN" dirty="0"/>
              <a:t>Increased fuel consumption </a:t>
            </a:r>
          </a:p>
          <a:p>
            <a:pPr lvl="0"/>
            <a:r>
              <a:rPr lang="en-IN" dirty="0"/>
              <a:t>Poor utilization of vehicles </a:t>
            </a:r>
          </a:p>
          <a:p>
            <a:pPr lvl="0"/>
            <a:r>
              <a:rPr lang="en-IN" dirty="0"/>
              <a:t>Difficulty handling multiple constraints</a:t>
            </a:r>
          </a:p>
          <a:p>
            <a:pPr marL="0" indent="0">
              <a:buNone/>
            </a:pPr>
            <a:r>
              <a:rPr lang="en-IN" b="1" dirty="0"/>
              <a:t>Computational Challenge</a:t>
            </a:r>
          </a:p>
          <a:p>
            <a:pPr marL="0" indent="0">
              <a:buNone/>
            </a:pPr>
            <a:r>
              <a:rPr lang="en-IN" dirty="0"/>
              <a:t>As the number of delivery locations increases, the number of possible routes grows rapidly.</a:t>
            </a:r>
          </a:p>
          <a:p>
            <a:pPr marL="0" indent="0">
              <a:buNone/>
            </a:pPr>
            <a:r>
              <a:rPr lang="en-IN" dirty="0"/>
              <a:t>For </a:t>
            </a:r>
            <a:r>
              <a:rPr lang="en-IN" b="1" dirty="0"/>
              <a:t>n locations</a:t>
            </a:r>
            <a:r>
              <a:rPr lang="en-IN" dirty="0"/>
              <a:t>, the number of possible permutations can approach:</a:t>
            </a:r>
          </a:p>
          <a:p>
            <a:pPr marL="0" indent="0">
              <a:buNone/>
            </a:pPr>
            <a:r>
              <a:rPr lang="en-IN" dirty="0"/>
              <a:t>					(n−1)!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87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36E0-9A60-B3C2-0AB7-770529F14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303"/>
            <a:ext cx="10515600" cy="55076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Therefore, finding the optimal route becomes computationally difficult for larger problems.</a:t>
            </a:r>
          </a:p>
          <a:p>
            <a:pPr marL="0" indent="0">
              <a:buNone/>
            </a:pPr>
            <a:r>
              <a:rPr lang="en-IN" b="1" dirty="0"/>
              <a:t>Our Approach</a:t>
            </a:r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b="1" dirty="0"/>
              <a:t>Quantum Optimization + Classical Optimization + AI-based analysis</a:t>
            </a:r>
            <a:r>
              <a:rPr lang="en-IN" dirty="0"/>
              <a:t> to investigate better routing solutions.</a:t>
            </a:r>
          </a:p>
        </p:txBody>
      </p:sp>
    </p:spTree>
    <p:extLst>
      <p:ext uri="{BB962C8B-B14F-4D97-AF65-F5344CB8AC3E}">
        <p14:creationId xmlns:p14="http://schemas.microsoft.com/office/powerpoint/2010/main" val="403294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C80C-9582-74E5-EE2E-F444F81A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75C0-D381-8E05-E2CC-09CE69D9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Why Quantum Computing for Logistics?</a:t>
            </a:r>
          </a:p>
          <a:p>
            <a:pPr marL="0" indent="0">
              <a:buNone/>
            </a:pPr>
            <a:r>
              <a:rPr lang="en-IN" dirty="0"/>
              <a:t>Traditional optimization methods work well for small and medium-sized problems, but combinatorial optimization can become expensive as problem size increases.</a:t>
            </a:r>
          </a:p>
          <a:p>
            <a:pPr marL="0" indent="0">
              <a:buNone/>
            </a:pPr>
            <a:r>
              <a:rPr lang="en-IN" dirty="0"/>
              <a:t>Quantum optimization provides an alternative computational framework.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13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6E71-4D07-D104-E6C7-982DB67A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5291"/>
            <a:ext cx="10515600" cy="54416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Motivation for the Project</a:t>
            </a:r>
          </a:p>
          <a:p>
            <a:pPr lvl="0"/>
            <a:r>
              <a:rPr lang="en-IN" dirty="0"/>
              <a:t>Study Quantum Artificial Intelligence </a:t>
            </a:r>
          </a:p>
          <a:p>
            <a:pPr lvl="0"/>
            <a:r>
              <a:rPr lang="en-IN" dirty="0"/>
              <a:t>Apply QAOA to a real-world optimization problem </a:t>
            </a:r>
          </a:p>
          <a:p>
            <a:pPr lvl="0"/>
            <a:r>
              <a:rPr lang="en-IN" dirty="0"/>
              <a:t>Convert logistics routing into QUBO </a:t>
            </a:r>
          </a:p>
          <a:p>
            <a:pPr lvl="0"/>
            <a:r>
              <a:rPr lang="en-IN" dirty="0"/>
              <a:t>Compare quantum and classical optimization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solution quality and feasibility </a:t>
            </a:r>
          </a:p>
          <a:p>
            <a:pPr lvl="0"/>
            <a:r>
              <a:rPr lang="en-IN" dirty="0"/>
              <a:t>Build an interactive research dashboard </a:t>
            </a:r>
          </a:p>
          <a:p>
            <a:pPr lvl="0"/>
            <a:r>
              <a:rPr lang="en-IN" dirty="0"/>
              <a:t>Investigate the effect of QAOA parameters </a:t>
            </a:r>
          </a:p>
          <a:p>
            <a:pPr lvl="0"/>
            <a:r>
              <a:rPr lang="en-IN" dirty="0"/>
              <a:t>Study robustness under simulated noise </a:t>
            </a:r>
          </a:p>
          <a:p>
            <a:pPr marL="0" indent="0">
              <a:buNone/>
            </a:pPr>
            <a:r>
              <a:rPr lang="en-IN" b="1" dirty="0"/>
              <a:t>Important</a:t>
            </a:r>
          </a:p>
          <a:p>
            <a:pPr marL="0" indent="0">
              <a:buNone/>
            </a:pPr>
            <a:r>
              <a:rPr lang="en-IN" dirty="0"/>
              <a:t>This project does </a:t>
            </a:r>
            <a:r>
              <a:rPr lang="en-IN" b="1" dirty="0"/>
              <a:t>not claim that quantum computing currently beats classical logistics solvers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Instead, it provides an experimental framework for studying quantum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68018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B613-7B68-50A5-261C-0EA8888F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22DFA-32CE-C6E3-F8D7-2258F262A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Primary Objectives</a:t>
            </a:r>
          </a:p>
          <a:p>
            <a:pPr lvl="0"/>
            <a:r>
              <a:rPr lang="en-IN" dirty="0"/>
              <a:t>Model a logistics routing problem mathematically. </a:t>
            </a:r>
          </a:p>
          <a:p>
            <a:pPr lvl="0"/>
            <a:r>
              <a:rPr lang="en-IN" dirty="0"/>
              <a:t>Convert the routing problem into a QUBO formulation. </a:t>
            </a:r>
          </a:p>
          <a:p>
            <a:pPr lvl="0"/>
            <a:r>
              <a:rPr lang="en-IN" dirty="0"/>
              <a:t>Map the QUBO into an Ising Hamiltonian. </a:t>
            </a:r>
          </a:p>
          <a:p>
            <a:pPr lvl="0"/>
            <a:r>
              <a:rPr lang="en-IN" dirty="0"/>
              <a:t>Implement QAOA using </a:t>
            </a:r>
            <a:r>
              <a:rPr lang="en-IN" dirty="0" err="1"/>
              <a:t>Qiskit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Execute quantum circuits using </a:t>
            </a:r>
            <a:r>
              <a:rPr lang="en-IN" dirty="0" err="1"/>
              <a:t>Qiskit</a:t>
            </a:r>
            <a:r>
              <a:rPr lang="en-IN" dirty="0"/>
              <a:t> Aer simulator. </a:t>
            </a:r>
          </a:p>
          <a:p>
            <a:pPr lvl="0"/>
            <a:r>
              <a:rPr lang="en-IN" dirty="0"/>
              <a:t>Decode quantum measurement results into routes. </a:t>
            </a:r>
          </a:p>
          <a:p>
            <a:pPr lvl="0"/>
            <a:r>
              <a:rPr lang="en-IN" dirty="0"/>
              <a:t>Introduce the proposed </a:t>
            </a:r>
            <a:r>
              <a:rPr lang="en-IN" b="1" dirty="0"/>
              <a:t>Quantum Logistics Distribution Objective (QLDO)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Compare QAOA against classical algorithms.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solution quality and feasibility. </a:t>
            </a:r>
          </a:p>
          <a:p>
            <a:pPr lvl="0"/>
            <a:r>
              <a:rPr lang="en-IN" dirty="0"/>
              <a:t>Build an interactive </a:t>
            </a:r>
            <a:r>
              <a:rPr lang="en-IN" dirty="0" err="1"/>
              <a:t>Streamlit</a:t>
            </a:r>
            <a:r>
              <a:rPr lang="en-IN" dirty="0"/>
              <a:t> dashboard.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56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7F40-1529-C8C1-D5DE-483FC259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22B0BF-6E1E-A622-356F-6FF93E2BD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042" y="1690688"/>
            <a:ext cx="657048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13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13E7-716A-CA9E-C7ED-AE204259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C7C99-9234-9373-0FC7-487C83B90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Input Dataset</a:t>
            </a:r>
          </a:p>
          <a:p>
            <a:pPr marL="0" indent="0">
              <a:buNone/>
            </a:pPr>
            <a:r>
              <a:rPr lang="en-IN" dirty="0"/>
              <a:t>The system accepts logistics data containing: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01E6DD-7903-F836-6FB4-1AEC85492B9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47904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2666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70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69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Geographic latitude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Geographic longitude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6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40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Delivery 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183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856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62907-4917-CFBE-1351-F48C9B4A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303"/>
            <a:ext cx="10515600" cy="55076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Sample Dataset</a:t>
            </a:r>
          </a:p>
          <a:p>
            <a:pPr marL="0" indent="0">
              <a:buNone/>
            </a:pPr>
            <a:r>
              <a:rPr lang="en-IN" dirty="0"/>
              <a:t>Your project contains a sample dataset with:</a:t>
            </a:r>
          </a:p>
          <a:p>
            <a:pPr lvl="0"/>
            <a:r>
              <a:rPr lang="en-IN" dirty="0"/>
              <a:t>Depot </a:t>
            </a:r>
          </a:p>
          <a:p>
            <a:pPr lvl="0"/>
            <a:r>
              <a:rPr lang="en-IN" dirty="0"/>
              <a:t>C1 </a:t>
            </a:r>
          </a:p>
          <a:p>
            <a:pPr lvl="0"/>
            <a:r>
              <a:rPr lang="en-IN" dirty="0"/>
              <a:t>C2 </a:t>
            </a:r>
          </a:p>
          <a:p>
            <a:pPr lvl="0"/>
            <a:r>
              <a:rPr lang="en-IN" dirty="0"/>
              <a:t>C3 </a:t>
            </a:r>
          </a:p>
          <a:p>
            <a:pPr lvl="0"/>
            <a:r>
              <a:rPr lang="en-IN" dirty="0"/>
              <a:t>C4 </a:t>
            </a:r>
          </a:p>
          <a:p>
            <a:pPr lvl="0"/>
            <a:r>
              <a:rPr lang="en-IN" dirty="0"/>
              <a:t>C5 </a:t>
            </a:r>
          </a:p>
          <a:p>
            <a:pPr lvl="0"/>
            <a:r>
              <a:rPr lang="en-IN" dirty="0"/>
              <a:t>C6 </a:t>
            </a:r>
          </a:p>
          <a:p>
            <a:pPr lvl="0"/>
            <a:r>
              <a:rPr lang="en-IN" dirty="0"/>
              <a:t>C7</a:t>
            </a:r>
          </a:p>
          <a:p>
            <a:pPr marL="0" lvl="0" indent="0">
              <a:buNone/>
            </a:pPr>
            <a:r>
              <a:rPr lang="en-IN" b="1" dirty="0"/>
              <a:t>Example</a:t>
            </a:r>
          </a:p>
          <a:p>
            <a:pPr marL="0" lvl="0" indent="0">
              <a:buNone/>
            </a:pPr>
            <a:r>
              <a:rPr lang="en-IN" dirty="0"/>
              <a:t>DEPOT → C1 → C2 → C3 → C4 → C5 → C6 → C7 → DEPOT</a:t>
            </a:r>
          </a:p>
          <a:p>
            <a:pPr marL="0" indent="0">
              <a:buNone/>
            </a:pPr>
            <a:r>
              <a:rPr lang="en-IN" dirty="0"/>
              <a:t>The actual optimized order is determined by the optimization algorithm.</a:t>
            </a:r>
          </a:p>
          <a:p>
            <a:pPr marL="0" indent="0">
              <a:buNone/>
            </a:pPr>
            <a:r>
              <a:rPr lang="en-IN" b="1" dirty="0"/>
              <a:t>Visual</a:t>
            </a:r>
          </a:p>
          <a:p>
            <a:pPr marL="0" indent="0">
              <a:buNone/>
            </a:pPr>
            <a:r>
              <a:rPr lang="en-IN" dirty="0"/>
              <a:t>Show a map with:</a:t>
            </a:r>
          </a:p>
          <a:p>
            <a:pPr marL="0" indent="0">
              <a:buNone/>
            </a:pPr>
            <a:r>
              <a:rPr lang="en-IN" b="1" dirty="0"/>
              <a:t>Depot + Customer Locations + Route</a:t>
            </a:r>
            <a:endParaRPr lang="en-IN" dirty="0"/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03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AEBA-3514-9DC2-21D8-4B168E97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2722E-9B10-FF2B-899B-DD7203E77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Travelling Salesman Problem</a:t>
                </a:r>
              </a:p>
              <a:p>
                <a:pPr marL="0" indent="0">
                  <a:buNone/>
                </a:pPr>
                <a:r>
                  <a:rPr lang="en-IN" dirty="0"/>
                  <a:t>The project uses a routing formulation related to the </a:t>
                </a:r>
                <a:r>
                  <a:rPr lang="en-IN" b="1" dirty="0"/>
                  <a:t>Travelling Salesman Problem (TSP)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dirty="0"/>
                  <a:t>We define a binary variable: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dirty="0"/>
                  <a:t>=customer</a:t>
                </a:r>
              </a:p>
              <a:p>
                <a:r>
                  <a:rPr lang="en-IN" dirty="0"/>
                  <a:t>s=position in the route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=1 →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customer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occupies position </a:t>
                </a:r>
                <a:r>
                  <a:rPr lang="en-IN" i="1" dirty="0"/>
                  <a:t>s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/>
                  <a:t>=0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otherwise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2722E-9B10-FF2B-899B-DD7203E77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324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7763F-6D28-91DD-283D-61A9CD8E6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07010"/>
                <a:ext cx="10515600" cy="54699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Constraints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Each customer must appear exactly once:</a:t>
                </a:r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IN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:r>
                  <a:rPr lang="en-IN" dirty="0"/>
                  <a:t>Each route position must contain exactly one customer:</a:t>
                </a:r>
              </a:p>
              <a:p>
                <a:pPr marL="0" indent="0">
                  <a:buNone/>
                </a:pPr>
                <a:r>
                  <a:rPr lang="en-IN" dirty="0"/>
                  <a:t>			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IN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7763F-6D28-91DD-283D-61A9CD8E6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07010"/>
                <a:ext cx="10515600" cy="5469953"/>
              </a:xfrm>
              <a:blipFill>
                <a:blip r:embed="rId2"/>
                <a:stretch>
                  <a:fillRect l="-1217" t="-18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32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83E2-D513-AF0B-F7E3-279D3883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QUBO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75A07-B809-8C7F-2F0E-8CCCF4CFA6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What is QUBO?</a:t>
                </a:r>
              </a:p>
              <a:p>
                <a:pPr marL="0" indent="0">
                  <a:buNone/>
                </a:pPr>
                <a:r>
                  <a:rPr lang="en-IN" dirty="0"/>
                  <a:t>QUBO stands for:</a:t>
                </a:r>
              </a:p>
              <a:p>
                <a:pPr marL="0" indent="0">
                  <a:buNone/>
                </a:pPr>
                <a:r>
                  <a:rPr lang="en-IN" b="1" dirty="0"/>
                  <a:t>Quadratic Unconstrained Binary Optimization</a:t>
                </a:r>
              </a:p>
              <a:p>
                <a:pPr marL="0" indent="0">
                  <a:buNone/>
                </a:pPr>
                <a:r>
                  <a:rPr lang="en-IN" dirty="0"/>
                  <a:t>General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1" i="0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𝑄𝑥</m:t>
                      </m:r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lvl="0"/>
                <a:r>
                  <a:rPr lang="en-IN" dirty="0"/>
                  <a:t>x = binary decision variables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IN" dirty="0"/>
                  <a:t>= QUBO matrix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= objective energy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75A07-B809-8C7F-2F0E-8CCCF4CFA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877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1DDF9B-76F8-7C43-C427-A9ABC2F5B5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07010"/>
                <a:ext cx="10515600" cy="546995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Our QUBO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The total objective contains: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𝑟𝑜𝑢𝑡𝑖𝑛𝑔</m:t>
                          </m:r>
                        </m:sub>
                      </m:sSub>
                      <m:r>
                        <a:rPr lang="en-IN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𝑛𝑜𝑑𝑒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Node Constraint:</a:t>
                </a:r>
              </a:p>
              <a:p>
                <a:pPr marL="0" indent="0">
                  <a:buNone/>
                </a:pPr>
                <a:r>
                  <a:rPr lang="en-IN" dirty="0"/>
                  <a:t>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𝑛𝑜𝑑𝑒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0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supHide m:val="on"/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IN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Position Constraint:</a:t>
                </a:r>
              </a:p>
              <a:p>
                <a:pPr marL="0" indent="0">
                  <a:buNone/>
                </a:pPr>
                <a:r>
                  <a:rPr lang="en-IN" dirty="0"/>
                  <a:t>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𝑡𝑖𝑚𝑒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0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supHide m:val="on"/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IN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Goal: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Minimize: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while satisfying the routing constraints.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1DDF9B-76F8-7C43-C427-A9ABC2F5B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07010"/>
                <a:ext cx="10515600" cy="5469953"/>
              </a:xfrm>
              <a:blipFill>
                <a:blip r:embed="rId2"/>
                <a:stretch>
                  <a:fillRect l="-1043" t="-2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952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6313-D8E0-6720-D6A2-ED546DE3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Anchored Depot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2B7E0-ADD8-02E7-D946-262B50E075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A standard TSP encoding may require: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binary variables.</a:t>
                </a:r>
              </a:p>
              <a:p>
                <a:pPr marL="0" indent="0">
                  <a:buNone/>
                </a:pPr>
                <a:r>
                  <a:rPr lang="en-IN" dirty="0"/>
                  <a:t>Our formulation fixes the depot at the starting position.</a:t>
                </a:r>
              </a:p>
              <a:p>
                <a:pPr marL="0" indent="0">
                  <a:buNone/>
                </a:pPr>
                <a:r>
                  <a:rPr lang="en-IN" dirty="0"/>
                  <a:t>Therefore: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0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variables are required.</a:t>
                </a:r>
              </a:p>
              <a:p>
                <a:pPr marL="0" indent="0">
                  <a:buNone/>
                </a:pPr>
                <a:r>
                  <a:rPr lang="en-IN" b="1" dirty="0"/>
                  <a:t>Benefits</a:t>
                </a:r>
              </a:p>
              <a:p>
                <a:pPr marL="0" indent="0">
                  <a:buNone/>
                </a:pPr>
                <a:r>
                  <a:rPr lang="en-IN" dirty="0"/>
                  <a:t>Fewer variables </a:t>
                </a:r>
                <a:r>
                  <a:rPr lang="en-IN" dirty="0">
                    <a:sym typeface="Wingdings" panose="05000000000000000000" pitchFamily="2" charset="2"/>
                  </a:rPr>
                  <a:t> fewer qubits  smaller quantum circuit</a:t>
                </a:r>
              </a:p>
              <a:p>
                <a:pPr marL="0" indent="0">
                  <a:buNone/>
                </a:pPr>
                <a:r>
                  <a:rPr lang="en-IN" dirty="0"/>
                  <a:t>This is particularly useful for quantum simulation because simulator cost increases rapidly with qubit count.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2B7E0-ADD8-02E7-D946-262B50E07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b="-4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56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13AA-B1F1-8448-751B-005E894C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QUBO to Ising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74B86-9FE7-7737-6564-5BF11466E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Quantum computers operate using qubits and Pauli operators.</a:t>
                </a:r>
              </a:p>
              <a:p>
                <a:pPr marL="0" indent="0">
                  <a:buNone/>
                </a:pPr>
                <a:r>
                  <a:rPr lang="en-IN" dirty="0"/>
                  <a:t>The binary variable is mapped using: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:r>
                  <a:rPr lang="en-IN" i="1" dirty="0"/>
                  <a:t>I</a:t>
                </a:r>
                <a:r>
                  <a:rPr lang="en-IN" dirty="0"/>
                  <a:t>=identity operator</a:t>
                </a:r>
              </a:p>
              <a:p>
                <a:pPr marL="0" indent="0">
                  <a:buNone/>
                </a:pPr>
                <a:r>
                  <a:rPr lang="en-IN" i="1" dirty="0"/>
                  <a:t>Z</a:t>
                </a:r>
                <a:r>
                  <a:rPr lang="en-IN" dirty="0"/>
                  <a:t>= Pauli-Z operator</a:t>
                </a:r>
              </a:p>
              <a:p>
                <a:pPr marL="0" indent="0">
                  <a:buNone/>
                </a:pPr>
                <a:r>
                  <a:rPr lang="en-IN" dirty="0"/>
                  <a:t>After substitution, the QUBO becomes an Ising Hamiltonian: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N" i="0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i="0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</m:s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𝑜𝑓𝑓𝑠𝑒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Interpretation</a:t>
                </a:r>
              </a:p>
              <a:p>
                <a:pPr marL="0" indent="0">
                  <a:buNone/>
                </a:pPr>
                <a:r>
                  <a:rPr lang="en-IN" dirty="0"/>
                  <a:t>The Ising Hamiltonian represents the </a:t>
                </a:r>
                <a:r>
                  <a:rPr lang="en-IN" b="1" dirty="0"/>
                  <a:t>cost function</a:t>
                </a:r>
                <a:r>
                  <a:rPr lang="en-IN" dirty="0"/>
                  <a:t> that QAOA attempts to minimize.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74B86-9FE7-7737-6564-5BF11466E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15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40D1-EAD5-E2A2-F858-10EC484C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QAOA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1C006-84A9-008D-2549-A2E78CF9B0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Quantum Approximate Optimization Algorithm</a:t>
                </a:r>
              </a:p>
              <a:p>
                <a:pPr marL="0" indent="0">
                  <a:buNone/>
                </a:pPr>
                <a:r>
                  <a:rPr lang="en-IN" dirty="0"/>
                  <a:t>QAOA combines:</a:t>
                </a:r>
              </a:p>
              <a:p>
                <a:pPr marL="0" indent="0">
                  <a:buNone/>
                </a:pPr>
                <a:r>
                  <a:rPr lang="en-IN" b="1" dirty="0"/>
                  <a:t>Quantum Computing </a:t>
                </a:r>
                <a:r>
                  <a:rPr lang="en-IN" dirty="0"/>
                  <a:t>with </a:t>
                </a:r>
                <a:r>
                  <a:rPr lang="en-IN" b="1" dirty="0"/>
                  <a:t>Classical Optimization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The QAOA circuit contains two major operators:</a:t>
                </a:r>
              </a:p>
              <a:p>
                <a:pPr marL="0" indent="0">
                  <a:buNone/>
                </a:pPr>
                <a:r>
                  <a:rPr lang="en-IN" b="1" dirty="0"/>
                  <a:t>Cost Hamiltonian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 smtClean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IN" i="0" smtClean="0">
                              <a:latin typeface="Cambria Math" panose="02040503050406030204" pitchFamily="18" charset="0"/>
                            </a:rPr>
                            <m:t>−ⅈ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Mixer Hamiltonian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b="1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I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IN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0" i="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IN" b="1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IN" b="1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I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b="1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:r>
                  <a:rPr lang="en-IN" dirty="0"/>
                  <a:t>Combined: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1C006-84A9-008D-2549-A2E78CF9B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E311F3-A5E3-CAC9-C49E-0D72D61F7C31}"/>
                  </a:ext>
                </a:extLst>
              </p:cNvPr>
              <p:cNvSpPr txBox="1"/>
              <p:nvPr/>
            </p:nvSpPr>
            <p:spPr>
              <a:xfrm>
                <a:off x="4722920" y="6202924"/>
                <a:ext cx="3670172" cy="451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−ⅈ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8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−ⅈ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E311F3-A5E3-CAC9-C49E-0D72D61F7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920" y="6202924"/>
                <a:ext cx="3670172" cy="4510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117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5CBC-B5C5-F7FD-0DEA-9DB828D4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336"/>
            <a:ext cx="10515600" cy="54756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Optimization Loop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Initialize Parameters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Build Quantum Circuit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Run Quantum Simulator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Measure Qubits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Calculate Objective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Classical Optimizer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Update </a:t>
            </a:r>
            <a:r>
              <a:rPr lang="el-GR" dirty="0"/>
              <a:t>γ </a:t>
            </a:r>
            <a:r>
              <a:rPr lang="en-IN" dirty="0"/>
              <a:t>and </a:t>
            </a:r>
            <a:r>
              <a:rPr lang="el-GR" dirty="0"/>
              <a:t>β</a:t>
            </a:r>
          </a:p>
          <a:p>
            <a:pPr marL="0" indent="0">
              <a:buNone/>
            </a:pPr>
            <a:r>
              <a:rPr lang="el-GR" dirty="0"/>
              <a:t>        ↓</a:t>
            </a:r>
          </a:p>
          <a:p>
            <a:pPr marL="0" indent="0">
              <a:buNone/>
            </a:pPr>
            <a:r>
              <a:rPr lang="en-IN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983885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0AB1-37E0-E4B8-0546-8E2E115C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QAOA vs Proposed QLDO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CFD85-874E-66A2-A020-DF7C92260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Standard QAOA</a:t>
                </a:r>
              </a:p>
              <a:p>
                <a:pPr marL="0" indent="0">
                  <a:buNone/>
                </a:pPr>
                <a:r>
                  <a:rPr lang="en-IN" dirty="0"/>
                  <a:t>Traditional optimization primarily focuses 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𝑡𝑎𝑛𝑑𝑎𝑟𝑑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It mainly minimizes expected route cost.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CFD85-874E-66A2-A020-DF7C92260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509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1FEDD-F316-1291-CE82-B7570E250E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3581"/>
                <a:ext cx="10515600" cy="5493382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Proposed QLDO</a:t>
                </a:r>
              </a:p>
              <a:p>
                <a:pPr marL="0" indent="0">
                  <a:buNone/>
                </a:pPr>
                <a:r>
                  <a:rPr lang="en-IN" b="1" dirty="0"/>
                  <a:t>Quantum Logistic Distribution Objective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𝑄𝐿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𝐷𝑂</m:t>
                          </m:r>
                        </m:sub>
                      </m:sSub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i="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IN" i="0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IN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:r>
                  <a:rPr lang="en-IN" b="1" dirty="0"/>
                  <a:t>Expected Cost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Cost Variance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N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Var</m:t>
                          </m:r>
                        </m:fName>
                        <m:e>
                          <m:d>
                            <m:d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func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IN" i="0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Feasible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IN" b="1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b="1" i="0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:r>
                  <a:rPr lang="en-IN" b="1" dirty="0"/>
                  <a:t>Good-Solution Concentration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b="1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b="1" i="0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1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1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1FEDD-F316-1291-CE82-B7570E250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3581"/>
                <a:ext cx="10515600" cy="5493382"/>
              </a:xfrm>
              <a:blipFill>
                <a:blip r:embed="rId2"/>
                <a:stretch>
                  <a:fillRect l="-638" t="-19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51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3F1D-897E-4B8E-86A0-F3797E66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QLDO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97DF-50BE-0D9F-52FC-27BD66966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Standard Objective</a:t>
            </a:r>
          </a:p>
          <a:p>
            <a:pPr marL="0" indent="0">
              <a:buNone/>
            </a:pPr>
            <a:r>
              <a:rPr lang="en-US" dirty="0"/>
              <a:t>Quantum Distribution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▼</a:t>
            </a:r>
          </a:p>
          <a:p>
            <a:pPr marL="0" indent="0">
              <a:buNone/>
            </a:pPr>
            <a:r>
              <a:rPr lang="en-US" dirty="0"/>
              <a:t>Expected Cost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▼</a:t>
            </a:r>
          </a:p>
          <a:p>
            <a:pPr marL="0" indent="0">
              <a:buNone/>
            </a:pPr>
            <a:r>
              <a:rPr lang="en-US" dirty="0"/>
              <a:t>Minimum Expected Cost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09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6D516-1CDB-D5CF-D4E7-197589D48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480"/>
            <a:ext cx="10515600" cy="5413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QLDO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59BC3-7172-74D9-3ED9-2C14BE5D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913" y="1766656"/>
            <a:ext cx="6871316" cy="358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61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9625-BE74-89F1-7DAE-412514EB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6847"/>
            <a:ext cx="10515600" cy="54401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Concept</a:t>
            </a:r>
          </a:p>
          <a:p>
            <a:pPr marL="0" indent="0">
              <a:buNone/>
            </a:pPr>
            <a:r>
              <a:rPr lang="en-IN" dirty="0"/>
              <a:t>QLDO attempts to evaluate the </a:t>
            </a:r>
            <a:r>
              <a:rPr lang="en-IN" b="1" dirty="0"/>
              <a:t>entire output distribution</a:t>
            </a:r>
            <a:r>
              <a:rPr lang="en-IN" dirty="0"/>
              <a:t>, rather than only looking at the expected route cost.</a:t>
            </a:r>
          </a:p>
          <a:p>
            <a:pPr marL="0" indent="0">
              <a:buNone/>
            </a:pPr>
            <a:r>
              <a:rPr lang="en-IN" dirty="0"/>
              <a:t>This allows the research to study:</a:t>
            </a:r>
          </a:p>
          <a:p>
            <a:r>
              <a:rPr lang="en-IN" dirty="0"/>
              <a:t>Cost</a:t>
            </a:r>
          </a:p>
          <a:p>
            <a:r>
              <a:rPr lang="en-IN" dirty="0"/>
              <a:t>Stability</a:t>
            </a:r>
          </a:p>
          <a:p>
            <a:r>
              <a:rPr lang="en-IN" dirty="0"/>
              <a:t>Feasibility</a:t>
            </a:r>
          </a:p>
          <a:p>
            <a:r>
              <a:rPr lang="en-IN" dirty="0"/>
              <a:t>Probability concentration</a:t>
            </a:r>
          </a:p>
          <a:p>
            <a:pPr marL="0" indent="0">
              <a:buNone/>
            </a:pPr>
            <a:r>
              <a:rPr lang="en-IN" b="1" dirty="0"/>
              <a:t>Important:</a:t>
            </a:r>
            <a:r>
              <a:rPr lang="en-IN" dirty="0"/>
              <a:t> Present QLDO as a </a:t>
            </a:r>
            <a:r>
              <a:rPr lang="en-IN" b="1" dirty="0"/>
              <a:t>proposed research objective</a:t>
            </a:r>
            <a:r>
              <a:rPr lang="en-IN" dirty="0"/>
              <a:t>, not as an established superior method, unless your experiments demonstrate that result.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74583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F274-43B6-DF6B-2741-3C743C7F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Classical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F7F1D-D80C-A80B-202F-F3F8ACC45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The quantum approach should be compared with classical optimization methods.</a:t>
            </a:r>
          </a:p>
          <a:p>
            <a:pPr marL="0" indent="0">
              <a:buNone/>
            </a:pPr>
            <a:r>
              <a:rPr lang="en-IN" b="1" dirty="0"/>
              <a:t>1. Nearest </a:t>
            </a:r>
            <a:r>
              <a:rPr lang="en-IN" b="1" dirty="0" err="1"/>
              <a:t>Neighbor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Starts from the depot and repeatedly chooses the nearest unvisited customer.</a:t>
            </a:r>
          </a:p>
          <a:p>
            <a:pPr marL="0" indent="0">
              <a:buNone/>
            </a:pPr>
            <a:r>
              <a:rPr lang="en-IN" b="1" dirty="0"/>
              <a:t>2. 2-opt</a:t>
            </a:r>
          </a:p>
          <a:p>
            <a:pPr marL="0" indent="0">
              <a:buNone/>
            </a:pPr>
            <a:r>
              <a:rPr lang="en-IN" dirty="0"/>
              <a:t>Improves an existing route by replacing two edges when the replacement reduces total distance.</a:t>
            </a:r>
          </a:p>
          <a:p>
            <a:pPr marL="0" indent="0">
              <a:buNone/>
            </a:pPr>
            <a:r>
              <a:rPr lang="en-IN" b="1" dirty="0"/>
              <a:t>3. Simulated Annealing</a:t>
            </a:r>
          </a:p>
          <a:p>
            <a:pPr marL="0" indent="0">
              <a:buNone/>
            </a:pPr>
            <a:r>
              <a:rPr lang="en-IN" dirty="0"/>
              <a:t>Uses probabilistic exploration to escape local optima.</a:t>
            </a:r>
          </a:p>
          <a:p>
            <a:pPr marL="0" indent="0">
              <a:buNone/>
            </a:pPr>
            <a:r>
              <a:rPr lang="en-IN" b="1" dirty="0"/>
              <a:t>Optional</a:t>
            </a:r>
          </a:p>
          <a:p>
            <a:pPr marL="0" indent="0">
              <a:buNone/>
            </a:pPr>
            <a:r>
              <a:rPr lang="en-IN" b="1" dirty="0"/>
              <a:t>4. Exact Solver</a:t>
            </a:r>
          </a:p>
          <a:p>
            <a:pPr marL="0" indent="0">
              <a:buNone/>
            </a:pPr>
            <a:r>
              <a:rPr lang="en-IN" dirty="0"/>
              <a:t>For small instances, an exact method can provide a reference optimum.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112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551E-84E8-9790-746F-B5E136D3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Quantum vs Classical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6A6294-4D54-8CBC-2F46-BDD7AFB0D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891492"/>
              </p:ext>
            </p:extLst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506873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646839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265026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QAOA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234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Quantum circuit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28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Deterministic / stochastic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Parameterized quantum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33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Quantum + classical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61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Simulator / quantum 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87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Measurement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358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+ distribution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10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Qubit 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87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98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F978-6966-0BB6-0AFD-64DDA230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336"/>
            <a:ext cx="10515600" cy="547562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Metrices</a:t>
            </a:r>
            <a:endParaRPr lang="en-IN" dirty="0"/>
          </a:p>
          <a:p>
            <a:r>
              <a:rPr lang="en-IN" dirty="0"/>
              <a:t>Route distance</a:t>
            </a:r>
          </a:p>
          <a:p>
            <a:r>
              <a:rPr lang="en-IN" dirty="0"/>
              <a:t>Route cost</a:t>
            </a:r>
          </a:p>
          <a:p>
            <a:r>
              <a:rPr lang="en-IN" dirty="0"/>
              <a:t>Feasibility rate</a:t>
            </a:r>
          </a:p>
          <a:p>
            <a:r>
              <a:rPr lang="en-IN" dirty="0"/>
              <a:t>Best solution</a:t>
            </a:r>
          </a:p>
          <a:p>
            <a:r>
              <a:rPr lang="en-IN" dirty="0"/>
              <a:t>Average solution cost</a:t>
            </a:r>
          </a:p>
          <a:p>
            <a:r>
              <a:rPr lang="en-IN" dirty="0"/>
              <a:t>Runtime</a:t>
            </a:r>
          </a:p>
          <a:p>
            <a:r>
              <a:rPr lang="en-IN" dirty="0"/>
              <a:t>Number of qubits</a:t>
            </a:r>
          </a:p>
          <a:p>
            <a:r>
              <a:rPr lang="en-IN" dirty="0"/>
              <a:t>Circuit depth</a:t>
            </a:r>
          </a:p>
          <a:p>
            <a:r>
              <a:rPr lang="en-IN" dirty="0"/>
              <a:t>Approximation quality</a:t>
            </a:r>
          </a:p>
        </p:txBody>
      </p:sp>
    </p:spTree>
    <p:extLst>
      <p:ext uri="{BB962C8B-B14F-4D97-AF65-F5344CB8AC3E}">
        <p14:creationId xmlns:p14="http://schemas.microsoft.com/office/powerpoint/2010/main" val="1009595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9B50-E45E-2888-BAFE-2A7F934C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QLDO-QAOA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446C93-F81A-0B23-54E4-8CCAFDAE2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9530" y="1509204"/>
            <a:ext cx="5486400" cy="506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1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20E7-4C61-24BE-F2B5-CD888541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68B5-E4F0-C4AB-D399-7F0AC4B05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Interactive Web Application</a:t>
            </a:r>
          </a:p>
          <a:p>
            <a:pPr marL="0" indent="0">
              <a:buNone/>
            </a:pPr>
            <a:r>
              <a:rPr lang="en-IN" dirty="0"/>
              <a:t>The project uses Python +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Dashboard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Dashboard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Route Configuration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Classical 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QUBO Matrix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QAOA 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Quantum Circuit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Experiments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Performance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Research / About</a:t>
            </a:r>
          </a:p>
        </p:txBody>
      </p:sp>
    </p:spTree>
    <p:extLst>
      <p:ext uri="{BB962C8B-B14F-4D97-AF65-F5344CB8AC3E}">
        <p14:creationId xmlns:p14="http://schemas.microsoft.com/office/powerpoint/2010/main" val="721952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56A9-16FB-F2C9-6BC5-864F9E255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113"/>
            <a:ext cx="10515600" cy="53868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Dashboard Capabilities</a:t>
            </a:r>
          </a:p>
          <a:p>
            <a:pPr marL="0" indent="0">
              <a:buNone/>
            </a:pPr>
            <a:r>
              <a:rPr lang="en-IN" dirty="0"/>
              <a:t>Users can:</a:t>
            </a:r>
          </a:p>
          <a:p>
            <a:pPr lvl="0"/>
            <a:r>
              <a:rPr lang="en-IN" dirty="0"/>
              <a:t>Upload datasets </a:t>
            </a:r>
          </a:p>
          <a:p>
            <a:pPr lvl="0"/>
            <a:r>
              <a:rPr lang="en-IN" dirty="0"/>
              <a:t>Select depot </a:t>
            </a:r>
          </a:p>
          <a:p>
            <a:pPr lvl="0"/>
            <a:r>
              <a:rPr lang="en-IN" dirty="0"/>
              <a:t>Configure customers </a:t>
            </a:r>
          </a:p>
          <a:p>
            <a:pPr lvl="0"/>
            <a:r>
              <a:rPr lang="en-IN" dirty="0"/>
              <a:t>Generate distance matrix </a:t>
            </a:r>
          </a:p>
          <a:p>
            <a:pPr lvl="0"/>
            <a:r>
              <a:rPr lang="en-IN" dirty="0"/>
              <a:t>Run classical algorithms </a:t>
            </a:r>
          </a:p>
          <a:p>
            <a:pPr lvl="0"/>
            <a:r>
              <a:rPr lang="en-IN" dirty="0"/>
              <a:t>Generate QUBO </a:t>
            </a:r>
          </a:p>
          <a:p>
            <a:pPr lvl="0"/>
            <a:r>
              <a:rPr lang="en-IN" dirty="0"/>
              <a:t>Configure QAOA depth </a:t>
            </a:r>
          </a:p>
          <a:p>
            <a:pPr lvl="0"/>
            <a:r>
              <a:rPr lang="en-IN" dirty="0"/>
              <a:t>Run quantum simulation </a:t>
            </a:r>
          </a:p>
          <a:p>
            <a:pPr lvl="0"/>
            <a:r>
              <a:rPr lang="en-IN" dirty="0"/>
              <a:t>View measurement probabilities </a:t>
            </a:r>
          </a:p>
          <a:p>
            <a:pPr lvl="0"/>
            <a:r>
              <a:rPr lang="en-IN" dirty="0"/>
              <a:t>Visualize routes </a:t>
            </a:r>
          </a:p>
          <a:p>
            <a:pPr lvl="0"/>
            <a:r>
              <a:rPr lang="en-IN" dirty="0"/>
              <a:t>Compare algorithms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QLDO parameters</a:t>
            </a:r>
          </a:p>
        </p:txBody>
      </p:sp>
    </p:spTree>
    <p:extLst>
      <p:ext uri="{BB962C8B-B14F-4D97-AF65-F5344CB8AC3E}">
        <p14:creationId xmlns:p14="http://schemas.microsoft.com/office/powerpoint/2010/main" val="391561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7ECA-AD01-F128-0938-FF31997F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3F65-B92D-5A9D-31DB-F09030215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Experiment 1 — Problem Size</a:t>
            </a:r>
          </a:p>
          <a:p>
            <a:pPr marL="0" indent="0">
              <a:buNone/>
            </a:pPr>
            <a:r>
              <a:rPr lang="en-IN" dirty="0"/>
              <a:t>Test different numbers of customers:</a:t>
            </a:r>
          </a:p>
          <a:p>
            <a:pPr marL="0" indent="0">
              <a:buNone/>
            </a:pPr>
            <a:r>
              <a:rPr lang="en-US" dirty="0"/>
              <a:t>4 customers</a:t>
            </a:r>
          </a:p>
          <a:p>
            <a:pPr marL="0" indent="0">
              <a:buNone/>
            </a:pPr>
            <a:r>
              <a:rPr lang="en-US" dirty="0"/>
              <a:t>5 customers</a:t>
            </a:r>
          </a:p>
          <a:p>
            <a:pPr marL="0" indent="0">
              <a:buNone/>
            </a:pPr>
            <a:r>
              <a:rPr lang="en-US" dirty="0"/>
              <a:t>6 customers</a:t>
            </a:r>
          </a:p>
          <a:p>
            <a:pPr marL="0" indent="0">
              <a:buNone/>
            </a:pPr>
            <a:r>
              <a:rPr lang="en-US" dirty="0"/>
              <a:t>7 customers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en-IN" dirty="0"/>
              <a:t>Measure:</a:t>
            </a:r>
          </a:p>
          <a:p>
            <a:pPr lvl="0"/>
            <a:r>
              <a:rPr lang="en-IN" dirty="0"/>
              <a:t>Qubits </a:t>
            </a:r>
          </a:p>
          <a:p>
            <a:pPr lvl="0"/>
            <a:r>
              <a:rPr lang="en-IN" dirty="0"/>
              <a:t>Circuit depth </a:t>
            </a:r>
          </a:p>
          <a:p>
            <a:pPr lvl="0"/>
            <a:r>
              <a:rPr lang="en-IN" dirty="0"/>
              <a:t>Runtime </a:t>
            </a:r>
          </a:p>
          <a:p>
            <a:pPr lvl="0"/>
            <a:r>
              <a:rPr lang="en-IN" dirty="0"/>
              <a:t>Solution quality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5094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A590C-A9DB-488D-BC18-F9AA7D59E0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63480"/>
                <a:ext cx="10515600" cy="54134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Experiment 2 — QAOA Depth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Compare: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i="0" dirty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i="0" dirty="0"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i="0" dirty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Study the effect of circuit depth on solution quality.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Experiment 3 — QLDO Parameters</a:t>
                </a:r>
              </a:p>
              <a:p>
                <a:pPr marL="0" indent="0">
                  <a:buNone/>
                </a:pPr>
                <a:r>
                  <a:rPr lang="en-IN" dirty="0"/>
                  <a:t>Perform parameter sweeps for: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Study how each parameter affects the optimization objective.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A590C-A9DB-488D-BC18-F9AA7D59E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63480"/>
                <a:ext cx="10515600" cy="5413483"/>
              </a:xfrm>
              <a:blipFill>
                <a:blip r:embed="rId2"/>
                <a:stretch>
                  <a:fillRect l="-1217" t="-18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685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BAC-7776-1DBF-F9FD-40C5FED8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Noise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4B4B-20D7-7F95-18B6-059A438C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Why Noise Analysis?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Real quantum computers contain noise.</a:t>
            </a:r>
          </a:p>
          <a:p>
            <a:pPr marL="0" indent="0">
              <a:buNone/>
            </a:pPr>
            <a:r>
              <a:rPr lang="en-IN" dirty="0"/>
              <a:t>Although this project uses a simulator, we can introduce simulated noise.</a:t>
            </a:r>
          </a:p>
          <a:p>
            <a:pPr marL="0" indent="0">
              <a:buNone/>
            </a:pPr>
            <a:r>
              <a:rPr lang="en-IN" b="1" dirty="0"/>
              <a:t>Comparison</a:t>
            </a:r>
          </a:p>
          <a:p>
            <a:pPr marL="0" indent="0">
              <a:buNone/>
            </a:pPr>
            <a:r>
              <a:rPr lang="en-IN" dirty="0"/>
              <a:t>Ideal Simulator</a:t>
            </a:r>
          </a:p>
          <a:p>
            <a:pPr marL="0" indent="0">
              <a:buNone/>
            </a:pPr>
            <a:r>
              <a:rPr lang="en-IN" dirty="0"/>
              <a:t>      VS</a:t>
            </a:r>
          </a:p>
          <a:p>
            <a:pPr marL="0" indent="0">
              <a:buNone/>
            </a:pPr>
            <a:r>
              <a:rPr lang="en-IN" dirty="0"/>
              <a:t>Noisy Simulator</a:t>
            </a:r>
          </a:p>
          <a:p>
            <a:pPr marL="0" indent="0">
              <a:buNone/>
            </a:pPr>
            <a:r>
              <a:rPr lang="en-IN" dirty="0"/>
              <a:t>Evaluate:</a:t>
            </a:r>
          </a:p>
          <a:p>
            <a:pPr lvl="0"/>
            <a:r>
              <a:rPr lang="en-IN" dirty="0"/>
              <a:t>Feasibility </a:t>
            </a:r>
          </a:p>
          <a:p>
            <a:pPr lvl="0"/>
            <a:r>
              <a:rPr lang="en-IN" dirty="0"/>
              <a:t>Route cost </a:t>
            </a:r>
          </a:p>
          <a:p>
            <a:pPr lvl="0"/>
            <a:r>
              <a:rPr lang="en-IN" dirty="0"/>
              <a:t>Probability distribution </a:t>
            </a:r>
          </a:p>
          <a:p>
            <a:pPr lvl="0"/>
            <a:r>
              <a:rPr lang="en-IN" dirty="0"/>
              <a:t>QLDO value </a:t>
            </a:r>
          </a:p>
          <a:p>
            <a:pPr lvl="0"/>
            <a:r>
              <a:rPr lang="en-IN" dirty="0"/>
              <a:t>Solution degradation</a:t>
            </a:r>
          </a:p>
          <a:p>
            <a:pPr marL="0" lvl="0" indent="0">
              <a:buNone/>
            </a:pPr>
            <a:r>
              <a:rPr lang="en-IN" b="1" dirty="0"/>
              <a:t>Purpose</a:t>
            </a:r>
          </a:p>
          <a:p>
            <a:pPr marL="0" lvl="0" indent="0">
              <a:buNone/>
            </a:pPr>
            <a:r>
              <a:rPr lang="en-IN" dirty="0"/>
              <a:t>Study the robustness of the proposed QAOA/QLDO approach under realistic quantum noise assumptions.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723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540B-5095-9E80-BAE5-48A05E36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A8B1-AED2-646D-E6F8-88F81202E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Since your current project does </a:t>
            </a:r>
            <a:r>
              <a:rPr lang="en-IN" b="1" dirty="0"/>
              <a:t>not yet have verified experimental numerical results</a:t>
            </a:r>
            <a:r>
              <a:rPr lang="en-IN" dirty="0"/>
              <a:t>, don't invent values.</a:t>
            </a:r>
          </a:p>
          <a:p>
            <a:pPr marL="0" indent="0">
              <a:buNone/>
            </a:pPr>
            <a:r>
              <a:rPr lang="en-IN" dirty="0"/>
              <a:t>Instead, structure the slide like this:</a:t>
            </a:r>
          </a:p>
          <a:p>
            <a:pPr marL="0" indent="0">
              <a:buNone/>
            </a:pPr>
            <a:r>
              <a:rPr lang="en-IN" b="1" dirty="0"/>
              <a:t>Performance Metrics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330F62-FEB8-B1A4-7454-91261BD49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554728"/>
              </p:ext>
            </p:extLst>
          </p:nvPr>
        </p:nvGraphicFramePr>
        <p:xfrm>
          <a:off x="838200" y="3751580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370447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31605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69195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37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Classical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QAOA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QLDO-QAOA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79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Route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04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2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984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Run Experiment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872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Qubit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Experimental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Experimental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44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Circuit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Experimental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Experimental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88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164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69EA-D15C-3F1E-F6BC-146795688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9091"/>
            <a:ext cx="10515600" cy="545787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Graphs to Generate</a:t>
            </a:r>
          </a:p>
          <a:p>
            <a:pPr marL="0" indent="0">
              <a:buNone/>
            </a:pPr>
            <a:r>
              <a:rPr lang="en-IN" b="1" dirty="0"/>
              <a:t>Graph 1: </a:t>
            </a:r>
            <a:r>
              <a:rPr lang="en-IN" dirty="0"/>
              <a:t>Route distance vs number of customers</a:t>
            </a:r>
          </a:p>
          <a:p>
            <a:pPr marL="0" indent="0">
              <a:buNone/>
            </a:pPr>
            <a:r>
              <a:rPr lang="en-IN" b="1" dirty="0"/>
              <a:t>Graph 2:</a:t>
            </a:r>
            <a:r>
              <a:rPr lang="en-IN" dirty="0"/>
              <a:t> QAOA depth vs objective value</a:t>
            </a:r>
          </a:p>
          <a:p>
            <a:pPr marL="0" indent="0">
              <a:buNone/>
            </a:pPr>
            <a:r>
              <a:rPr lang="en-IN" b="1" dirty="0"/>
              <a:t>Graph 3:</a:t>
            </a:r>
            <a:r>
              <a:rPr lang="en-IN" dirty="0"/>
              <a:t> QLDO parameter vs performance</a:t>
            </a:r>
          </a:p>
          <a:p>
            <a:pPr marL="0" indent="0">
              <a:buNone/>
            </a:pPr>
            <a:r>
              <a:rPr lang="en-IN" b="1" dirty="0"/>
              <a:t>Graph 4:</a:t>
            </a:r>
            <a:r>
              <a:rPr lang="en-IN" dirty="0"/>
              <a:t> Ideal vs noisy simulation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26715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1AAA-4E52-F432-DB92-74E3C6DF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Expected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6CCD1-D854-EB80-95CF-B73723E97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4174" y="1825625"/>
            <a:ext cx="22036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51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AF51E-8792-53E8-E81D-0C8DBBF2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581"/>
            <a:ext cx="10515600" cy="54933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Main Panel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Optimized Route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Route Map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Distribution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QAOA 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Classical Comparison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639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E424-2896-2E22-F89A-342CEBDF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BE6DC-016B-2159-C592-D54F62669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Proposed Contribution</a:t>
            </a:r>
          </a:p>
          <a:p>
            <a:pPr marL="0" indent="0">
              <a:buNone/>
            </a:pPr>
            <a:r>
              <a:rPr lang="en-IN" dirty="0"/>
              <a:t>The project investigates a new objective formulation:</a:t>
            </a:r>
          </a:p>
          <a:p>
            <a:pPr marL="0" indent="0">
              <a:buNone/>
            </a:pPr>
            <a:r>
              <a:rPr lang="en-IN" b="1" dirty="0"/>
              <a:t>Quantum Logistics Distribution Objective — QLDO</a:t>
            </a:r>
          </a:p>
          <a:p>
            <a:pPr marL="0" indent="0">
              <a:buNone/>
            </a:pPr>
            <a:r>
              <a:rPr lang="en-IN" dirty="0"/>
              <a:t>Instead of considering only expected cost, QLDO incorporates:</a:t>
            </a:r>
          </a:p>
          <a:p>
            <a:pPr lvl="0"/>
            <a:r>
              <a:rPr lang="en-IN" dirty="0"/>
              <a:t>Expected cost </a:t>
            </a:r>
          </a:p>
          <a:p>
            <a:pPr lvl="0"/>
            <a:r>
              <a:rPr lang="en-IN" dirty="0"/>
              <a:t>Cost variance </a:t>
            </a:r>
          </a:p>
          <a:p>
            <a:pPr lvl="0"/>
            <a:r>
              <a:rPr lang="en-IN" dirty="0"/>
              <a:t>Feasible probability </a:t>
            </a:r>
          </a:p>
          <a:p>
            <a:pPr lvl="0"/>
            <a:r>
              <a:rPr lang="en-IN" dirty="0"/>
              <a:t>Good-solution concentration </a:t>
            </a:r>
          </a:p>
          <a:p>
            <a:pPr marL="0" indent="0">
              <a:buNone/>
            </a:pPr>
            <a:r>
              <a:rPr lang="en-IN" b="1" dirty="0"/>
              <a:t>Research Question</a:t>
            </a:r>
          </a:p>
          <a:p>
            <a:pPr marL="0" indent="0">
              <a:buNone/>
            </a:pPr>
            <a:r>
              <a:rPr lang="en-IN" dirty="0"/>
              <a:t>Can optimizing a richer quantum output distribution objective provide useful improvements in feasibility, stability, or solution concentration compared with a standard expectation-based QAOA objective?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339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1259-DC6B-21C6-0927-65CFB49C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581"/>
            <a:ext cx="10515600" cy="549338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Experimental Validation</a:t>
            </a:r>
          </a:p>
          <a:p>
            <a:pPr marL="0" indent="0">
              <a:buNone/>
            </a:pPr>
            <a:r>
              <a:rPr lang="en-IN" dirty="0"/>
              <a:t>The claim should be validated through:</a:t>
            </a:r>
          </a:p>
          <a:p>
            <a:pPr lvl="0"/>
            <a:r>
              <a:rPr lang="en-IN" dirty="0"/>
              <a:t>Benchmark datasets </a:t>
            </a:r>
          </a:p>
          <a:p>
            <a:pPr lvl="0"/>
            <a:r>
              <a:rPr lang="en-IN" dirty="0"/>
              <a:t>Multiple random seeds </a:t>
            </a:r>
          </a:p>
          <a:p>
            <a:pPr lvl="0"/>
            <a:r>
              <a:rPr lang="en-IN" dirty="0"/>
              <a:t>Multiple QAOA depths </a:t>
            </a:r>
          </a:p>
          <a:p>
            <a:pPr lvl="0"/>
            <a:r>
              <a:rPr lang="en-IN" dirty="0"/>
              <a:t>Classical baselines </a:t>
            </a:r>
          </a:p>
          <a:p>
            <a:pPr lvl="0"/>
            <a:r>
              <a:rPr lang="en-IN" dirty="0"/>
              <a:t>Parameter sweeps </a:t>
            </a:r>
          </a:p>
          <a:p>
            <a:pPr lvl="0"/>
            <a:r>
              <a:rPr lang="en-IN" dirty="0"/>
              <a:t>Noise experiments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231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96EF-75F1-B982-E274-2F032D27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39B4-9BE7-6979-0D6B-ED0138ED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Advantages of Q-</a:t>
            </a:r>
            <a:r>
              <a:rPr lang="en-IN" b="1" dirty="0" err="1"/>
              <a:t>LogiOpt</a:t>
            </a:r>
            <a:endParaRPr lang="en-IN" b="1" dirty="0"/>
          </a:p>
          <a:p>
            <a:r>
              <a:rPr lang="en-IN" dirty="0"/>
              <a:t>Pure software implementation</a:t>
            </a:r>
          </a:p>
          <a:p>
            <a:r>
              <a:rPr lang="en-IN" dirty="0"/>
              <a:t>No physical quantum hardware required</a:t>
            </a:r>
          </a:p>
          <a:p>
            <a:r>
              <a:rPr lang="en-IN" dirty="0"/>
              <a:t>Uses </a:t>
            </a:r>
            <a:r>
              <a:rPr lang="en-IN" dirty="0" err="1"/>
              <a:t>Qiskit</a:t>
            </a:r>
            <a:r>
              <a:rPr lang="en-IN" dirty="0"/>
              <a:t> Aer quantum simulation</a:t>
            </a:r>
          </a:p>
          <a:p>
            <a:r>
              <a:rPr lang="en-IN" dirty="0"/>
              <a:t>Interactive </a:t>
            </a:r>
            <a:r>
              <a:rPr lang="en-IN" dirty="0" err="1"/>
              <a:t>Streamlit</a:t>
            </a:r>
            <a:r>
              <a:rPr lang="en-IN" dirty="0"/>
              <a:t> dashboard</a:t>
            </a:r>
          </a:p>
          <a:p>
            <a:r>
              <a:rPr lang="en-IN" dirty="0"/>
              <a:t>Combines classical and quantum optimization</a:t>
            </a:r>
          </a:p>
          <a:p>
            <a:r>
              <a:rPr lang="en-IN" dirty="0"/>
              <a:t>QUBO-based formulation</a:t>
            </a:r>
          </a:p>
          <a:p>
            <a:r>
              <a:rPr lang="en-IN" dirty="0"/>
              <a:t>Anchored-depot qubit reduction</a:t>
            </a:r>
          </a:p>
          <a:p>
            <a:r>
              <a:rPr lang="en-IN" dirty="0"/>
              <a:t>Distribution-aware QLDO objective</a:t>
            </a:r>
          </a:p>
          <a:p>
            <a:r>
              <a:rPr lang="en-IN" dirty="0"/>
              <a:t>Visualization of routes and quantum results</a:t>
            </a:r>
          </a:p>
          <a:p>
            <a:r>
              <a:rPr lang="en-IN" dirty="0"/>
              <a:t>Reproducible experimental framework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218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5378-0FFD-4B7F-3732-FCF847C4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A4A9-9AD3-1DD7-B473-A0C85094E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Current Limitations</a:t>
            </a:r>
          </a:p>
          <a:p>
            <a:pPr lvl="0"/>
            <a:r>
              <a:rPr lang="en-IN" dirty="0"/>
              <a:t>Quantum simulation becomes expensive as qubit count increases. </a:t>
            </a:r>
          </a:p>
          <a:p>
            <a:pPr lvl="0"/>
            <a:r>
              <a:rPr lang="en-IN" dirty="0"/>
              <a:t>QAOA performance depends on parameter optimization. </a:t>
            </a:r>
          </a:p>
          <a:p>
            <a:pPr lvl="0"/>
            <a:r>
              <a:rPr lang="en-IN" dirty="0"/>
              <a:t>Current implementation uses simulated quantum hardware. </a:t>
            </a:r>
          </a:p>
          <a:p>
            <a:pPr lvl="0"/>
            <a:r>
              <a:rPr lang="en-IN" dirty="0"/>
              <a:t>Classical algorithms can outperform QAOA on small instances. </a:t>
            </a:r>
          </a:p>
          <a:p>
            <a:pPr lvl="0"/>
            <a:r>
              <a:rPr lang="en-IN" dirty="0"/>
              <a:t>Real-world logistics involves additional constraints. </a:t>
            </a:r>
          </a:p>
          <a:p>
            <a:pPr lvl="0"/>
            <a:r>
              <a:rPr lang="en-IN" dirty="0"/>
              <a:t>Noise can reduce solution quality. </a:t>
            </a:r>
          </a:p>
          <a:p>
            <a:pPr lvl="0"/>
            <a:r>
              <a:rPr lang="en-IN" dirty="0"/>
              <a:t>QLDO requires empirical validation. </a:t>
            </a:r>
          </a:p>
          <a:p>
            <a:pPr lvl="0"/>
            <a:r>
              <a:rPr lang="en-IN" dirty="0"/>
              <a:t>The project does not yet establish quantum advantage. </a:t>
            </a:r>
          </a:p>
          <a:p>
            <a:pPr marL="0" indent="0">
              <a:buNone/>
            </a:pPr>
            <a:r>
              <a:rPr lang="en-IN" b="1" dirty="0"/>
              <a:t>Important Research Statement</a:t>
            </a:r>
          </a:p>
          <a:p>
            <a:pPr marL="0" indent="0">
              <a:buNone/>
            </a:pPr>
            <a:r>
              <a:rPr lang="en-IN" dirty="0"/>
              <a:t>The objective of this project is to experimentally investigate quantum optimization for logistics rather than claim practical quantum advantage.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2347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DCC5-3321-43CF-F42A-E326373E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4AA3-3AD9-4840-C924-A8F2A68F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Future Improvements</a:t>
            </a:r>
          </a:p>
          <a:p>
            <a:pPr marL="0" indent="0">
              <a:buNone/>
            </a:pPr>
            <a:r>
              <a:rPr lang="en-IN" b="1" dirty="0"/>
              <a:t>1. Real Quantum Hardware</a:t>
            </a:r>
          </a:p>
          <a:p>
            <a:pPr marL="0" indent="0">
              <a:buNone/>
            </a:pPr>
            <a:r>
              <a:rPr lang="en-IN" dirty="0"/>
              <a:t>Run the optimized circuits on IBM Quantum hardware.</a:t>
            </a:r>
          </a:p>
          <a:p>
            <a:pPr marL="0" indent="0">
              <a:buNone/>
            </a:pPr>
            <a:r>
              <a:rPr lang="en-IN" b="1" dirty="0"/>
              <a:t>2. Larger Problems</a:t>
            </a:r>
          </a:p>
          <a:p>
            <a:pPr marL="0" indent="0">
              <a:buNone/>
            </a:pPr>
            <a:r>
              <a:rPr lang="en-IN" dirty="0"/>
              <a:t>Investigate decomposition and hybrid approaches for larger routing problems.</a:t>
            </a:r>
          </a:p>
          <a:p>
            <a:pPr marL="0" indent="0">
              <a:buNone/>
            </a:pPr>
            <a:r>
              <a:rPr lang="en-IN" b="1" dirty="0"/>
              <a:t>3. Vehicle Routing Problem</a:t>
            </a:r>
          </a:p>
          <a:p>
            <a:pPr marL="0" indent="0">
              <a:buNone/>
            </a:pPr>
            <a:r>
              <a:rPr lang="en-IN" dirty="0"/>
              <a:t>Extend from TSP to:</a:t>
            </a:r>
          </a:p>
          <a:p>
            <a:pPr marL="0" indent="0">
              <a:buNone/>
            </a:pPr>
            <a:r>
              <a:rPr lang="en-IN" b="1" dirty="0"/>
              <a:t>Vehicle Routing Problem (VRP)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4. Time Windows</a:t>
            </a:r>
          </a:p>
          <a:p>
            <a:pPr marL="0" indent="0">
              <a:buNone/>
            </a:pPr>
            <a:r>
              <a:rPr lang="en-IN" dirty="0"/>
              <a:t>Add:</a:t>
            </a:r>
          </a:p>
          <a:p>
            <a:pPr lvl="0"/>
            <a:r>
              <a:rPr lang="en-IN" dirty="0"/>
              <a:t>Delivery deadlines </a:t>
            </a:r>
          </a:p>
          <a:p>
            <a:pPr lvl="0"/>
            <a:r>
              <a:rPr lang="en-IN" dirty="0"/>
              <a:t>Customer availability </a:t>
            </a:r>
          </a:p>
          <a:p>
            <a:pPr lvl="0"/>
            <a:r>
              <a:rPr lang="en-IN" dirty="0"/>
              <a:t>Priority constraints </a:t>
            </a:r>
          </a:p>
        </p:txBody>
      </p:sp>
    </p:spTree>
    <p:extLst>
      <p:ext uri="{BB962C8B-B14F-4D97-AF65-F5344CB8AC3E}">
        <p14:creationId xmlns:p14="http://schemas.microsoft.com/office/powerpoint/2010/main" val="4052031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47DC66-FF7A-A8FE-8902-B6B97B219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27969"/>
                <a:ext cx="10515600" cy="54489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5. Vehicle Capacity</a:t>
                </a:r>
              </a:p>
              <a:p>
                <a:pPr marL="0" indent="0">
                  <a:buNone/>
                </a:pPr>
                <a:r>
                  <a:rPr lang="en-IN" dirty="0"/>
                  <a:t>Include: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ⅇ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𝑚𝑎𝑛</m:t>
                          </m:r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IN" i="0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VehicleCapacity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b="1" dirty="0"/>
                  <a:t>6. Dynamic Routing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Use real-time traffic and delivery updates.</a:t>
                </a:r>
              </a:p>
              <a:p>
                <a:pPr marL="0" indent="0">
                  <a:buNone/>
                </a:pPr>
                <a:r>
                  <a:rPr lang="en-IN" b="1" dirty="0"/>
                  <a:t>7. Hybrid Quantum-Classical Optimization</a:t>
                </a:r>
              </a:p>
              <a:p>
                <a:pPr marL="0" indent="0">
                  <a:buNone/>
                </a:pPr>
                <a:r>
                  <a:rPr lang="en-IN" dirty="0"/>
                  <a:t>Combine QAOA with advanced classical optimizers.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47DC66-FF7A-A8FE-8902-B6B97B219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27969"/>
                <a:ext cx="10515600" cy="5448994"/>
              </a:xfrm>
              <a:blipFill>
                <a:blip r:embed="rId2"/>
                <a:stretch>
                  <a:fillRect l="-1217" t="-1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34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8259-1ED4-6C17-53C8-30C0D891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E8AE-0785-47E1-8767-406F0149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Programming: </a:t>
            </a:r>
            <a:r>
              <a:rPr lang="en-IN" dirty="0"/>
              <a:t>Python</a:t>
            </a:r>
          </a:p>
          <a:p>
            <a:pPr marL="0" indent="0">
              <a:buNone/>
            </a:pPr>
            <a:r>
              <a:rPr lang="en-IN" b="1" dirty="0"/>
              <a:t>Quantum Computing:</a:t>
            </a:r>
            <a:r>
              <a:rPr lang="en-IN" dirty="0"/>
              <a:t> </a:t>
            </a:r>
            <a:r>
              <a:rPr lang="en-IN" dirty="0" err="1"/>
              <a:t>Qiskit</a:t>
            </a:r>
            <a:r>
              <a:rPr lang="en-IN" b="1" dirty="0"/>
              <a:t>, </a:t>
            </a:r>
            <a:r>
              <a:rPr lang="en-IN" dirty="0" err="1"/>
              <a:t>Qiskit</a:t>
            </a:r>
            <a:r>
              <a:rPr lang="en-IN" dirty="0"/>
              <a:t> Aer, </a:t>
            </a:r>
            <a:r>
              <a:rPr lang="en-IN" dirty="0" err="1"/>
              <a:t>Qiskit</a:t>
            </a:r>
            <a:r>
              <a:rPr lang="en-IN" dirty="0"/>
              <a:t> Optimization</a:t>
            </a:r>
          </a:p>
          <a:p>
            <a:pPr marL="0" indent="0">
              <a:buNone/>
            </a:pPr>
            <a:r>
              <a:rPr lang="en-IN" b="1" dirty="0"/>
              <a:t>Optimization: </a:t>
            </a:r>
            <a:r>
              <a:rPr lang="en-IN" dirty="0"/>
              <a:t>QUBO</a:t>
            </a:r>
          </a:p>
          <a:p>
            <a:pPr marL="0" indent="0">
              <a:buNone/>
            </a:pPr>
            <a:r>
              <a:rPr lang="en-IN" b="1" dirty="0"/>
              <a:t>Ising Model: </a:t>
            </a:r>
            <a:r>
              <a:rPr lang="en-IN" dirty="0"/>
              <a:t>QAOA, COBYLA / Classical Optimizers</a:t>
            </a:r>
          </a:p>
          <a:p>
            <a:pPr marL="0" indent="0">
              <a:buNone/>
            </a:pPr>
            <a:r>
              <a:rPr lang="en-IN" b="1" dirty="0"/>
              <a:t>Classical Algorithms: </a:t>
            </a:r>
            <a:r>
              <a:rPr lang="en-IN" dirty="0"/>
              <a:t>Nearest </a:t>
            </a:r>
            <a:r>
              <a:rPr lang="en-IN" dirty="0" err="1"/>
              <a:t>Neighbor</a:t>
            </a:r>
            <a:r>
              <a:rPr lang="en-IN" dirty="0"/>
              <a:t>, 2-opt, Simulated Annealing</a:t>
            </a:r>
          </a:p>
          <a:p>
            <a:pPr marL="0" indent="0">
              <a:buNone/>
            </a:pPr>
            <a:r>
              <a:rPr lang="en-IN" b="1" dirty="0"/>
              <a:t>Frontend: </a:t>
            </a:r>
            <a:r>
              <a:rPr lang="en-IN" dirty="0" err="1"/>
              <a:t>Streamlit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Visualization: </a:t>
            </a:r>
            <a:r>
              <a:rPr lang="en-IN" dirty="0" err="1"/>
              <a:t>Plotly</a:t>
            </a:r>
            <a:r>
              <a:rPr lang="en-IN" dirty="0"/>
              <a:t>, Matplotlib</a:t>
            </a:r>
          </a:p>
          <a:p>
            <a:pPr marL="0" indent="0">
              <a:buNone/>
            </a:pPr>
            <a:r>
              <a:rPr lang="en-IN" b="1" dirty="0"/>
              <a:t>Data Processing: </a:t>
            </a:r>
            <a:r>
              <a:rPr lang="en-IN" dirty="0"/>
              <a:t>NumPy, Pandas, SciPy, </a:t>
            </a:r>
            <a:r>
              <a:rPr lang="en-IN" dirty="0" err="1"/>
              <a:t>NetworkX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8197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BB3-4757-E32C-4272-03ACD688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C51DD5-CD93-03F8-0F8A-D75E746B8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4565" y="1452282"/>
            <a:ext cx="6060141" cy="54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663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A6FE-9B3C-231A-99C2-F378A95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Demonstration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B6CB-1A9F-A160-3372-30B2008E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Open the </a:t>
            </a:r>
            <a:r>
              <a:rPr lang="en-IN" dirty="0" err="1"/>
              <a:t>Streamlit</a:t>
            </a:r>
            <a:r>
              <a:rPr lang="en-IN" dirty="0"/>
              <a:t> application.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Upload sample_routes.csv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Display customer locations on the map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Generate the distance matrix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Run Nearest </a:t>
            </a:r>
            <a:r>
              <a:rPr lang="en-IN" dirty="0" err="1"/>
              <a:t>Neighbor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Run 2-opt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Generate QUBO matrix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Display Ising Hamiltonian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Configure QAOA Depth=p, Shots=N, Optimizer=COBYLA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Run QAOA using </a:t>
            </a:r>
            <a:r>
              <a:rPr lang="en-IN" dirty="0" err="1"/>
              <a:t>Qiskit</a:t>
            </a:r>
            <a:r>
              <a:rPr lang="en-IN" dirty="0"/>
              <a:t> Aer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Display quantum measurement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Decode the best feasible route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Run QLDO-QAOA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Compare Classical vs Standard QAOA vs QLDO-QAOA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Display final route and performance metrices</a:t>
            </a:r>
          </a:p>
        </p:txBody>
      </p:sp>
    </p:spTree>
    <p:extLst>
      <p:ext uri="{BB962C8B-B14F-4D97-AF65-F5344CB8AC3E}">
        <p14:creationId xmlns:p14="http://schemas.microsoft.com/office/powerpoint/2010/main" val="157029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E58B-1CDF-33A1-D21C-70DB9326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1229-F0DD-0ACF-1AA6-10624E5D5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Q-</a:t>
            </a:r>
            <a:r>
              <a:rPr lang="en-IN" dirty="0" err="1"/>
              <a:t>LogiOpt</a:t>
            </a:r>
            <a:r>
              <a:rPr lang="en-IN" dirty="0"/>
              <a:t> presents a </a:t>
            </a:r>
            <a:r>
              <a:rPr lang="en-IN" b="1" dirty="0"/>
              <a:t>software-based Quantum AI framework for logistics route optimization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The system:</a:t>
            </a:r>
          </a:p>
          <a:p>
            <a:pPr lvl="0"/>
            <a:r>
              <a:rPr lang="en-IN" dirty="0"/>
              <a:t>Models logistics routing as a combinatorial optimization problem. </a:t>
            </a:r>
          </a:p>
          <a:p>
            <a:pPr lvl="0"/>
            <a:r>
              <a:rPr lang="en-IN" dirty="0"/>
              <a:t>Converts the problem into a QUBO. </a:t>
            </a:r>
          </a:p>
          <a:p>
            <a:pPr lvl="0"/>
            <a:r>
              <a:rPr lang="en-IN" dirty="0"/>
              <a:t>Maps QUBO to an Ising Hamiltonian. </a:t>
            </a:r>
          </a:p>
          <a:p>
            <a:pPr lvl="0"/>
            <a:r>
              <a:rPr lang="en-IN" dirty="0"/>
              <a:t>Uses QAOA for quantum optimization. </a:t>
            </a:r>
          </a:p>
          <a:p>
            <a:pPr lvl="0"/>
            <a:r>
              <a:rPr lang="en-IN" dirty="0"/>
              <a:t>Executes quantum circuits through simulation. </a:t>
            </a:r>
          </a:p>
          <a:p>
            <a:pPr lvl="0"/>
            <a:r>
              <a:rPr lang="en-IN" dirty="0"/>
              <a:t>Introduces the proposed QLDO objective. </a:t>
            </a:r>
          </a:p>
          <a:p>
            <a:pPr lvl="0"/>
            <a:r>
              <a:rPr lang="en-IN" dirty="0"/>
              <a:t>Compares quantum optimization with classical approaches. </a:t>
            </a:r>
          </a:p>
          <a:p>
            <a:pPr lvl="0"/>
            <a:r>
              <a:rPr lang="en-IN" dirty="0"/>
              <a:t>Provides an interactive </a:t>
            </a:r>
            <a:r>
              <a:rPr lang="en-IN" dirty="0" err="1"/>
              <a:t>Streamlit</a:t>
            </a:r>
            <a:r>
              <a:rPr lang="en-IN" dirty="0"/>
              <a:t> dashboard. </a:t>
            </a:r>
          </a:p>
          <a:p>
            <a:pPr marL="0" indent="0">
              <a:buNone/>
            </a:pPr>
            <a:r>
              <a:rPr lang="en-IN" b="1" dirty="0"/>
              <a:t>Final Statement</a:t>
            </a:r>
          </a:p>
          <a:p>
            <a:pPr marL="0" indent="0">
              <a:buNone/>
            </a:pPr>
            <a:r>
              <a:rPr lang="en-IN" b="1" dirty="0"/>
              <a:t>Q-</a:t>
            </a:r>
            <a:r>
              <a:rPr lang="en-IN" b="1" dirty="0" err="1"/>
              <a:t>LogiOpt</a:t>
            </a:r>
            <a:r>
              <a:rPr lang="en-IN" b="1" dirty="0"/>
              <a:t> provides an experimental platform for studying how quantum optimization and distribution-aware objectives can be applied to intelligent logistics routing.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159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F052-9AD9-4FB6-17AB-93C74F0F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EC6E-7C87-A1D1-3DC8-2AD07DAE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Thank You</a:t>
            </a:r>
          </a:p>
          <a:p>
            <a:pPr marL="0" indent="0">
              <a:buNone/>
            </a:pPr>
            <a:r>
              <a:rPr lang="en-IN" b="1" dirty="0"/>
              <a:t>Questions?</a:t>
            </a:r>
          </a:p>
          <a:p>
            <a:pPr marL="0" indent="0">
              <a:buNone/>
            </a:pPr>
            <a:r>
              <a:rPr lang="en-IN" b="1" dirty="0"/>
              <a:t>Q-</a:t>
            </a:r>
            <a:r>
              <a:rPr lang="en-IN" b="1" dirty="0" err="1"/>
              <a:t>LogiOpt</a:t>
            </a:r>
            <a:endParaRPr lang="en-IN" dirty="0"/>
          </a:p>
          <a:p>
            <a:pPr marL="0" indent="0">
              <a:buNone/>
            </a:pPr>
            <a:r>
              <a:rPr lang="en-IN" i="1" dirty="0"/>
              <a:t>Quantum Approximate Optimization for Intelligent Logistics Route and Delivery Optimization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Technologies:</a:t>
            </a:r>
            <a:br>
              <a:rPr lang="en-IN" dirty="0"/>
            </a:br>
            <a:r>
              <a:rPr lang="en-IN" dirty="0"/>
              <a:t>Python | </a:t>
            </a:r>
            <a:r>
              <a:rPr lang="en-IN" dirty="0" err="1"/>
              <a:t>Qiskit</a:t>
            </a:r>
            <a:r>
              <a:rPr lang="en-IN" dirty="0"/>
              <a:t> | QAOA | QUBO | </a:t>
            </a:r>
            <a:r>
              <a:rPr lang="en-IN" dirty="0" err="1"/>
              <a:t>Streamlit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70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2099</Words>
  <Application>Microsoft Office PowerPoint</Application>
  <PresentationFormat>Widescreen</PresentationFormat>
  <Paragraphs>501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Wingdings</vt:lpstr>
      <vt:lpstr>Office Theme</vt:lpstr>
      <vt:lpstr>Q-LogiOpt</vt:lpstr>
      <vt:lpstr>Introduction</vt:lpstr>
      <vt:lpstr>PowerPoint Presentation</vt:lpstr>
      <vt:lpstr>PowerPoint Presentation</vt:lpstr>
      <vt:lpstr>Problem Statement</vt:lpstr>
      <vt:lpstr>PowerPoint Presentation</vt:lpstr>
      <vt:lpstr>Motivation</vt:lpstr>
      <vt:lpstr>PowerPoint Presentation</vt:lpstr>
      <vt:lpstr>Project Objectives</vt:lpstr>
      <vt:lpstr>Proposed System Architecture</vt:lpstr>
      <vt:lpstr>Dataset</vt:lpstr>
      <vt:lpstr>PowerPoint Presentation</vt:lpstr>
      <vt:lpstr>Mathematical Formulation</vt:lpstr>
      <vt:lpstr>PowerPoint Presentation</vt:lpstr>
      <vt:lpstr>QUBO Formulation</vt:lpstr>
      <vt:lpstr>PowerPoint Presentation</vt:lpstr>
      <vt:lpstr>Anchored Depot Formulation</vt:lpstr>
      <vt:lpstr>QUBO to Ising Model</vt:lpstr>
      <vt:lpstr>QAOA</vt:lpstr>
      <vt:lpstr>PowerPoint Presentation</vt:lpstr>
      <vt:lpstr>Standard QAOA vs Proposed QLDO</vt:lpstr>
      <vt:lpstr>PowerPoint Presentation</vt:lpstr>
      <vt:lpstr>Why QLDO</vt:lpstr>
      <vt:lpstr>PowerPoint Presentation</vt:lpstr>
      <vt:lpstr>PowerPoint Presentation</vt:lpstr>
      <vt:lpstr>Classical Algorithms</vt:lpstr>
      <vt:lpstr>Quantum vs Classical Comparison</vt:lpstr>
      <vt:lpstr>PowerPoint Presentation</vt:lpstr>
      <vt:lpstr>QLDO-QAOA Workflow</vt:lpstr>
      <vt:lpstr>Streamlit Dashboard</vt:lpstr>
      <vt:lpstr>PowerPoint Presentation</vt:lpstr>
      <vt:lpstr>Experimental Design</vt:lpstr>
      <vt:lpstr>PowerPoint Presentation</vt:lpstr>
      <vt:lpstr>Noise Experiment</vt:lpstr>
      <vt:lpstr>Results and Performance</vt:lpstr>
      <vt:lpstr>PowerPoint Presentation</vt:lpstr>
      <vt:lpstr>Sample Expected Dashboard</vt:lpstr>
      <vt:lpstr>PowerPoint Presentation</vt:lpstr>
      <vt:lpstr>Research Contribution</vt:lpstr>
      <vt:lpstr>PowerPoint Presentation</vt:lpstr>
      <vt:lpstr>Advantages</vt:lpstr>
      <vt:lpstr>Limitations</vt:lpstr>
      <vt:lpstr>Future Scope</vt:lpstr>
      <vt:lpstr>PowerPoint Presentation</vt:lpstr>
      <vt:lpstr>Technologies Used</vt:lpstr>
      <vt:lpstr>Project Workflow</vt:lpstr>
      <vt:lpstr>Demonstration Workflow</vt:lpstr>
      <vt:lpstr>Conclusion</vt:lpstr>
      <vt:lpstr>Thank You</vt:lpstr>
    </vt:vector>
  </TitlesOfParts>
  <Company>SCM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Nikhil Sai Ram Reddy</dc:creator>
  <cp:lastModifiedBy>A Nikhil Sai Ram Reddy</cp:lastModifiedBy>
  <cp:revision>1</cp:revision>
  <dcterms:created xsi:type="dcterms:W3CDTF">2026-09-23T12:05:27Z</dcterms:created>
  <dcterms:modified xsi:type="dcterms:W3CDTF">2026-09-24T07:04:54Z</dcterms:modified>
</cp:coreProperties>
</file>